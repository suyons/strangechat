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87" r:id="rId9"/>
    <p:sldId id="288" r:id="rId10"/>
    <p:sldId id="304" r:id="rId11"/>
    <p:sldId id="262" r:id="rId12"/>
    <p:sldId id="321" r:id="rId13"/>
    <p:sldId id="281" r:id="rId14"/>
    <p:sldId id="282" r:id="rId15"/>
    <p:sldId id="284" r:id="rId16"/>
    <p:sldId id="285" r:id="rId17"/>
    <p:sldId id="283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20" r:id="rId51"/>
    <p:sldId id="289" r:id="rId52"/>
    <p:sldId id="290" r:id="rId53"/>
    <p:sldId id="296" r:id="rId54"/>
    <p:sldId id="297" r:id="rId55"/>
    <p:sldId id="298" r:id="rId56"/>
    <p:sldId id="292" r:id="rId57"/>
    <p:sldId id="299" r:id="rId58"/>
    <p:sldId id="300" r:id="rId59"/>
    <p:sldId id="293" r:id="rId60"/>
    <p:sldId id="301" r:id="rId61"/>
    <p:sldId id="302" r:id="rId62"/>
    <p:sldId id="294" r:id="rId63"/>
    <p:sldId id="322" r:id="rId64"/>
    <p:sldId id="323" r:id="rId65"/>
    <p:sldId id="325" r:id="rId66"/>
    <p:sldId id="326" r:id="rId6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98A09-640B-4E05-9CC3-756458F00C8F}" v="88" dt="2023-11-22T14:39:28.513"/>
    <p1510:client id="{2D5F586A-1115-0F4C-A284-AC688EAAEC2F}" v="3" dt="2023-11-23T01:26:31.353"/>
    <p1510:client id="{C4DF56EA-FBDE-4933-A3B7-CC54E7493825}" v="3338" dt="2023-11-23T01:00:35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>
      <p:cViewPr varScale="1">
        <p:scale>
          <a:sx n="147" d="100"/>
          <a:sy n="147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영 김" userId="78f2ecea5f65f696" providerId="LiveId" clId="{2D5F586A-1115-0F4C-A284-AC688EAAEC2F}"/>
    <pc:docChg chg="addSld delSld modSld">
      <pc:chgData name="수영 김" userId="78f2ecea5f65f696" providerId="LiveId" clId="{2D5F586A-1115-0F4C-A284-AC688EAAEC2F}" dt="2023-11-23T01:26:54.798" v="32" actId="20577"/>
      <pc:docMkLst>
        <pc:docMk/>
      </pc:docMkLst>
      <pc:sldChg chg="modSp mod">
        <pc:chgData name="수영 김" userId="78f2ecea5f65f696" providerId="LiveId" clId="{2D5F586A-1115-0F4C-A284-AC688EAAEC2F}" dt="2023-11-23T01:26:54.798" v="32" actId="20577"/>
        <pc:sldMkLst>
          <pc:docMk/>
          <pc:sldMk cId="284757410" sldId="287"/>
        </pc:sldMkLst>
        <pc:spChg chg="mod">
          <ac:chgData name="수영 김" userId="78f2ecea5f65f696" providerId="LiveId" clId="{2D5F586A-1115-0F4C-A284-AC688EAAEC2F}" dt="2023-11-23T01:26:54.798" v="32" actId="20577"/>
          <ac:spMkLst>
            <pc:docMk/>
            <pc:sldMk cId="284757410" sldId="287"/>
            <ac:spMk id="3" creationId="{55FDCB6B-E994-E9EB-D743-0C32601A485A}"/>
          </ac:spMkLst>
        </pc:spChg>
        <pc:spChg chg="mod">
          <ac:chgData name="수영 김" userId="78f2ecea5f65f696" providerId="LiveId" clId="{2D5F586A-1115-0F4C-A284-AC688EAAEC2F}" dt="2023-11-23T01:26:36.586" v="22" actId="1076"/>
          <ac:spMkLst>
            <pc:docMk/>
            <pc:sldMk cId="284757410" sldId="287"/>
            <ac:spMk id="4" creationId="{C1601743-C226-3A52-A6F2-403BE09E129A}"/>
          </ac:spMkLst>
        </pc:spChg>
        <pc:spChg chg="mod">
          <ac:chgData name="수영 김" userId="78f2ecea5f65f696" providerId="LiveId" clId="{2D5F586A-1115-0F4C-A284-AC688EAAEC2F}" dt="2023-11-23T01:26:43.527" v="23" actId="1076"/>
          <ac:spMkLst>
            <pc:docMk/>
            <pc:sldMk cId="284757410" sldId="287"/>
            <ac:spMk id="6" creationId="{C7E2E70D-C249-AE99-32E0-EF5ADCC05280}"/>
          </ac:spMkLst>
        </pc:spChg>
        <pc:spChg chg="mod">
          <ac:chgData name="수영 김" userId="78f2ecea5f65f696" providerId="LiveId" clId="{2D5F586A-1115-0F4C-A284-AC688EAAEC2F}" dt="2023-11-23T01:26:47.702" v="24" actId="1076"/>
          <ac:spMkLst>
            <pc:docMk/>
            <pc:sldMk cId="284757410" sldId="287"/>
            <ac:spMk id="7" creationId="{E9C9EB15-75CE-E883-4359-1D8082764990}"/>
          </ac:spMkLst>
        </pc:spChg>
        <pc:spChg chg="mod">
          <ac:chgData name="수영 김" userId="78f2ecea5f65f696" providerId="LiveId" clId="{2D5F586A-1115-0F4C-A284-AC688EAAEC2F}" dt="2023-11-23T01:26:31.353" v="21" actId="1076"/>
          <ac:spMkLst>
            <pc:docMk/>
            <pc:sldMk cId="284757410" sldId="287"/>
            <ac:spMk id="8" creationId="{ACBAE47C-043F-E29B-6889-3FC47C992EB5}"/>
          </ac:spMkLst>
        </pc:spChg>
        <pc:spChg chg="mod">
          <ac:chgData name="수영 김" userId="78f2ecea5f65f696" providerId="LiveId" clId="{2D5F586A-1115-0F4C-A284-AC688EAAEC2F}" dt="2023-11-23T01:26:31.353" v="21" actId="1076"/>
          <ac:spMkLst>
            <pc:docMk/>
            <pc:sldMk cId="284757410" sldId="287"/>
            <ac:spMk id="9" creationId="{C8F98F18-194B-1D77-5FBD-0EAB12242814}"/>
          </ac:spMkLst>
        </pc:spChg>
        <pc:spChg chg="mod">
          <ac:chgData name="수영 김" userId="78f2ecea5f65f696" providerId="LiveId" clId="{2D5F586A-1115-0F4C-A284-AC688EAAEC2F}" dt="2023-11-23T01:26:31.353" v="21" actId="1076"/>
          <ac:spMkLst>
            <pc:docMk/>
            <pc:sldMk cId="284757410" sldId="287"/>
            <ac:spMk id="10" creationId="{59FF2AC5-C7E8-7659-6548-9DD834664469}"/>
          </ac:spMkLst>
        </pc:spChg>
        <pc:picChg chg="mod">
          <ac:chgData name="수영 김" userId="78f2ecea5f65f696" providerId="LiveId" clId="{2D5F586A-1115-0F4C-A284-AC688EAAEC2F}" dt="2023-11-23T01:26:21.234" v="20" actId="1076"/>
          <ac:picMkLst>
            <pc:docMk/>
            <pc:sldMk cId="284757410" sldId="287"/>
            <ac:picMk id="2052" creationId="{902AE227-41A5-C04D-0725-BB89019E511E}"/>
          </ac:picMkLst>
        </pc:picChg>
        <pc:picChg chg="mod">
          <ac:chgData name="수영 김" userId="78f2ecea5f65f696" providerId="LiveId" clId="{2D5F586A-1115-0F4C-A284-AC688EAAEC2F}" dt="2023-11-23T01:26:21.234" v="20" actId="1076"/>
          <ac:picMkLst>
            <pc:docMk/>
            <pc:sldMk cId="284757410" sldId="287"/>
            <ac:picMk id="2058" creationId="{2C607C09-A77B-A5D7-78A8-DEFD5B62DA53}"/>
          </ac:picMkLst>
        </pc:picChg>
        <pc:picChg chg="mod">
          <ac:chgData name="수영 김" userId="78f2ecea5f65f696" providerId="LiveId" clId="{2D5F586A-1115-0F4C-A284-AC688EAAEC2F}" dt="2023-11-23T01:26:31.353" v="21" actId="1076"/>
          <ac:picMkLst>
            <pc:docMk/>
            <pc:sldMk cId="284757410" sldId="287"/>
            <ac:picMk id="2062" creationId="{42894467-8BCF-5FD4-2325-2470E6499476}"/>
          </ac:picMkLst>
        </pc:picChg>
        <pc:picChg chg="mod">
          <ac:chgData name="수영 김" userId="78f2ecea5f65f696" providerId="LiveId" clId="{2D5F586A-1115-0F4C-A284-AC688EAAEC2F}" dt="2023-11-23T01:26:31.353" v="21" actId="1076"/>
          <ac:picMkLst>
            <pc:docMk/>
            <pc:sldMk cId="284757410" sldId="287"/>
            <ac:picMk id="2066" creationId="{0E92607F-AEC3-4EDC-00BE-2C59F30A9E07}"/>
          </ac:picMkLst>
        </pc:picChg>
        <pc:picChg chg="mod">
          <ac:chgData name="수영 김" userId="78f2ecea5f65f696" providerId="LiveId" clId="{2D5F586A-1115-0F4C-A284-AC688EAAEC2F}" dt="2023-11-23T01:26:31.353" v="21" actId="1076"/>
          <ac:picMkLst>
            <pc:docMk/>
            <pc:sldMk cId="284757410" sldId="287"/>
            <ac:picMk id="2068" creationId="{C4B37C0C-0130-CD74-3567-EC1BCC59A8FF}"/>
          </ac:picMkLst>
        </pc:picChg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452863395" sldId="289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4073383751" sldId="289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2253272497" sldId="290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3885473174" sldId="290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969687718" sldId="292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1127891816" sldId="292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1450991977" sldId="293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1589317401" sldId="293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80070281" sldId="294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3760514405" sldId="294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12262253" sldId="296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3321957542" sldId="296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1534133061" sldId="297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3529551231" sldId="297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887589557" sldId="298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3031195124" sldId="298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191589816" sldId="299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614414452" sldId="299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2149278895" sldId="300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4060382027" sldId="300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889383808" sldId="301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944987146" sldId="301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69217790" sldId="302"/>
        </pc:sldMkLst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1986286060" sldId="302"/>
        </pc:sldMkLst>
      </pc:sldChg>
      <pc:sldChg chg="modSp mod">
        <pc:chgData name="수영 김" userId="78f2ecea5f65f696" providerId="LiveId" clId="{2D5F586A-1115-0F4C-A284-AC688EAAEC2F}" dt="2023-11-23T01:12:28.552" v="17" actId="20577"/>
        <pc:sldMkLst>
          <pc:docMk/>
          <pc:sldMk cId="1881035709" sldId="316"/>
        </pc:sldMkLst>
        <pc:spChg chg="mod">
          <ac:chgData name="수영 김" userId="78f2ecea5f65f696" providerId="LiveId" clId="{2D5F586A-1115-0F4C-A284-AC688EAAEC2F}" dt="2023-11-23T01:12:28.552" v="17" actId="20577"/>
          <ac:spMkLst>
            <pc:docMk/>
            <pc:sldMk cId="1881035709" sldId="316"/>
            <ac:spMk id="21" creationId="{1F303DA1-EDA8-C2B7-C4AE-FFE113EDCC4C}"/>
          </ac:spMkLst>
        </pc:spChg>
      </pc:sldChg>
      <pc:sldChg chg="add">
        <pc:chgData name="수영 김" userId="78f2ecea5f65f696" providerId="LiveId" clId="{2D5F586A-1115-0F4C-A284-AC688EAAEC2F}" dt="2023-11-23T01:13:04.886" v="19"/>
        <pc:sldMkLst>
          <pc:docMk/>
          <pc:sldMk cId="1521260221" sldId="320"/>
        </pc:sldMkLst>
      </pc:sldChg>
      <pc:sldChg chg="del">
        <pc:chgData name="수영 김" userId="78f2ecea5f65f696" providerId="LiveId" clId="{2D5F586A-1115-0F4C-A284-AC688EAAEC2F}" dt="2023-11-23T01:12:57.083" v="18" actId="2696"/>
        <pc:sldMkLst>
          <pc:docMk/>
          <pc:sldMk cId="3493766621" sldId="320"/>
        </pc:sldMkLst>
      </pc:sldChg>
    </pc:docChg>
  </pc:docChgLst>
  <pc:docChgLst>
    <pc:chgData name="수영 김" userId="78f2ecea5f65f696" providerId="LiveId" clId="{25398A09-640B-4E05-9CC3-756458F00C8F}"/>
    <pc:docChg chg="undo custSel addSld modSld">
      <pc:chgData name="수영 김" userId="78f2ecea5f65f696" providerId="LiveId" clId="{25398A09-640B-4E05-9CC3-756458F00C8F}" dt="2023-11-22T14:42:40.726" v="504" actId="14100"/>
      <pc:docMkLst>
        <pc:docMk/>
      </pc:docMkLst>
      <pc:sldChg chg="modSp mod">
        <pc:chgData name="수영 김" userId="78f2ecea5f65f696" providerId="LiveId" clId="{25398A09-640B-4E05-9CC3-756458F00C8F}" dt="2023-11-22T14:29:22.885" v="419" actId="20577"/>
        <pc:sldMkLst>
          <pc:docMk/>
          <pc:sldMk cId="3001973577" sldId="260"/>
        </pc:sldMkLst>
        <pc:graphicFrameChg chg="mod modGraphic">
          <ac:chgData name="수영 김" userId="78f2ecea5f65f696" providerId="LiveId" clId="{25398A09-640B-4E05-9CC3-756458F00C8F}" dt="2023-11-22T14:29:22.885" v="419" actId="20577"/>
          <ac:graphicFrameMkLst>
            <pc:docMk/>
            <pc:sldMk cId="3001973577" sldId="260"/>
            <ac:graphicFrameMk id="4" creationId="{E62EA10F-8F08-7FC9-4531-34D1E015219E}"/>
          </ac:graphicFrameMkLst>
        </pc:graphicFrameChg>
        <pc:graphicFrameChg chg="mod modGraphic">
          <ac:chgData name="수영 김" userId="78f2ecea5f65f696" providerId="LiveId" clId="{25398A09-640B-4E05-9CC3-756458F00C8F}" dt="2023-11-22T14:29:12.853" v="398" actId="20577"/>
          <ac:graphicFrameMkLst>
            <pc:docMk/>
            <pc:sldMk cId="3001973577" sldId="260"/>
            <ac:graphicFrameMk id="5" creationId="{8A2CDFC6-D7F5-F83F-3C11-7F6A3BBFFE24}"/>
          </ac:graphicFrameMkLst>
        </pc:graphicFrameChg>
      </pc:sldChg>
      <pc:sldChg chg="modSp mod">
        <pc:chgData name="수영 김" userId="78f2ecea5f65f696" providerId="LiveId" clId="{25398A09-640B-4E05-9CC3-756458F00C8F}" dt="2023-11-22T13:47:55.233" v="1" actId="20577"/>
        <pc:sldMkLst>
          <pc:docMk/>
          <pc:sldMk cId="3007536971" sldId="261"/>
        </pc:sldMkLst>
        <pc:graphicFrameChg chg="modGraphic">
          <ac:chgData name="수영 김" userId="78f2ecea5f65f696" providerId="LiveId" clId="{25398A09-640B-4E05-9CC3-756458F00C8F}" dt="2023-11-22T13:47:55.233" v="1" actId="20577"/>
          <ac:graphicFrameMkLst>
            <pc:docMk/>
            <pc:sldMk cId="3007536971" sldId="261"/>
            <ac:graphicFrameMk id="4" creationId="{3BE18AF0-0BF4-A7D8-AE29-04D4207614A1}"/>
          </ac:graphicFrameMkLst>
        </pc:graphicFrameChg>
      </pc:sldChg>
      <pc:sldChg chg="addSp delSp modSp mod">
        <pc:chgData name="수영 김" userId="78f2ecea5f65f696" providerId="LiveId" clId="{25398A09-640B-4E05-9CC3-756458F00C8F}" dt="2023-11-22T14:25:50.436" v="257" actId="20577"/>
        <pc:sldMkLst>
          <pc:docMk/>
          <pc:sldMk cId="1255980416" sldId="262"/>
        </pc:sldMkLst>
        <pc:spChg chg="mod">
          <ac:chgData name="수영 김" userId="78f2ecea5f65f696" providerId="LiveId" clId="{25398A09-640B-4E05-9CC3-756458F00C8F}" dt="2023-11-22T14:25:50.436" v="257" actId="20577"/>
          <ac:spMkLst>
            <pc:docMk/>
            <pc:sldMk cId="1255980416" sldId="262"/>
            <ac:spMk id="9" creationId="{F8C4974E-C456-8795-7D10-5E1FC91B1093}"/>
          </ac:spMkLst>
        </pc:spChg>
        <pc:spChg chg="add del mod">
          <ac:chgData name="수영 김" userId="78f2ecea5f65f696" providerId="LiveId" clId="{25398A09-640B-4E05-9CC3-756458F00C8F}" dt="2023-11-22T14:25:24.820" v="250" actId="478"/>
          <ac:spMkLst>
            <pc:docMk/>
            <pc:sldMk cId="1255980416" sldId="262"/>
            <ac:spMk id="20" creationId="{A6F98C98-E336-CD6E-21B6-6EE5161CC684}"/>
          </ac:spMkLst>
        </pc:spChg>
      </pc:sldChg>
      <pc:sldChg chg="addSp modSp new mod">
        <pc:chgData name="수영 김" userId="78f2ecea5f65f696" providerId="LiveId" clId="{25398A09-640B-4E05-9CC3-756458F00C8F}" dt="2023-11-22T13:51:00.840" v="59"/>
        <pc:sldMkLst>
          <pc:docMk/>
          <pc:sldMk cId="1033223795" sldId="263"/>
        </pc:sldMkLst>
        <pc:spChg chg="add mod">
          <ac:chgData name="수영 김" userId="78f2ecea5f65f696" providerId="LiveId" clId="{25398A09-640B-4E05-9CC3-756458F00C8F}" dt="2023-11-22T13:51:00.840" v="59"/>
          <ac:spMkLst>
            <pc:docMk/>
            <pc:sldMk cId="1033223795" sldId="263"/>
            <ac:spMk id="3" creationId="{A8BD1443-C5D7-7A5C-FD4B-135A8585302C}"/>
          </ac:spMkLst>
        </pc:spChg>
        <pc:graphicFrameChg chg="add mod">
          <ac:chgData name="수영 김" userId="78f2ecea5f65f696" providerId="LiveId" clId="{25398A09-640B-4E05-9CC3-756458F00C8F}" dt="2023-11-22T13:48:16.263" v="3"/>
          <ac:graphicFrameMkLst>
            <pc:docMk/>
            <pc:sldMk cId="1033223795" sldId="263"/>
            <ac:graphicFrameMk id="2" creationId="{75CB6673-3B97-3AE9-E1D6-87FFA6DCAE57}"/>
          </ac:graphicFrameMkLst>
        </pc:graphicFrameChg>
        <pc:picChg chg="add mod">
          <ac:chgData name="수영 김" userId="78f2ecea5f65f696" providerId="LiveId" clId="{25398A09-640B-4E05-9CC3-756458F00C8F}" dt="2023-11-22T13:49:57.431" v="17" actId="1076"/>
          <ac:picMkLst>
            <pc:docMk/>
            <pc:sldMk cId="1033223795" sldId="263"/>
            <ac:picMk id="5" creationId="{482381E9-9928-6214-B110-B7134C5FBE61}"/>
          </ac:picMkLst>
        </pc:picChg>
      </pc:sldChg>
      <pc:sldChg chg="addSp delSp modSp new mod">
        <pc:chgData name="수영 김" userId="78f2ecea5f65f696" providerId="LiveId" clId="{25398A09-640B-4E05-9CC3-756458F00C8F}" dt="2023-11-22T13:56:35.638" v="75"/>
        <pc:sldMkLst>
          <pc:docMk/>
          <pc:sldMk cId="1113876964" sldId="264"/>
        </pc:sldMkLst>
        <pc:spChg chg="add del mod">
          <ac:chgData name="수영 김" userId="78f2ecea5f65f696" providerId="LiveId" clId="{25398A09-640B-4E05-9CC3-756458F00C8F}" dt="2023-11-22T13:56:35.050" v="74" actId="478"/>
          <ac:spMkLst>
            <pc:docMk/>
            <pc:sldMk cId="1113876964" sldId="264"/>
            <ac:spMk id="3" creationId="{8455C34B-0C64-B74D-4CA2-44A1663AC722}"/>
          </ac:spMkLst>
        </pc:spChg>
        <pc:spChg chg="add mod">
          <ac:chgData name="수영 김" userId="78f2ecea5f65f696" providerId="LiveId" clId="{25398A09-640B-4E05-9CC3-756458F00C8F}" dt="2023-11-22T13:56:35.638" v="75"/>
          <ac:spMkLst>
            <pc:docMk/>
            <pc:sldMk cId="1113876964" sldId="264"/>
            <ac:spMk id="8" creationId="{A17F88DD-55C8-E4AF-856B-CF6D40F85E53}"/>
          </ac:spMkLst>
        </pc:spChg>
        <pc:graphicFrameChg chg="add mod">
          <ac:chgData name="수영 김" userId="78f2ecea5f65f696" providerId="LiveId" clId="{25398A09-640B-4E05-9CC3-756458F00C8F}" dt="2023-11-22T13:50:12.854" v="19"/>
          <ac:graphicFrameMkLst>
            <pc:docMk/>
            <pc:sldMk cId="1113876964" sldId="264"/>
            <ac:graphicFrameMk id="2" creationId="{D0C71828-D4D5-64D3-73D3-94D978F2E31F}"/>
          </ac:graphicFrameMkLst>
        </pc:graphicFrameChg>
        <pc:picChg chg="add del">
          <ac:chgData name="수영 김" userId="78f2ecea5f65f696" providerId="LiveId" clId="{25398A09-640B-4E05-9CC3-756458F00C8F}" dt="2023-11-22T13:55:17.162" v="65" actId="478"/>
          <ac:picMkLst>
            <pc:docMk/>
            <pc:sldMk cId="1113876964" sldId="264"/>
            <ac:picMk id="5" creationId="{3F73ECCB-E9AE-3116-0940-0FFBAF55BEE9}"/>
          </ac:picMkLst>
        </pc:picChg>
        <pc:picChg chg="add mod">
          <ac:chgData name="수영 김" userId="78f2ecea5f65f696" providerId="LiveId" clId="{25398A09-640B-4E05-9CC3-756458F00C8F}" dt="2023-11-22T13:55:56.387" v="69" actId="1076"/>
          <ac:picMkLst>
            <pc:docMk/>
            <pc:sldMk cId="1113876964" sldId="264"/>
            <ac:picMk id="7" creationId="{D70E0525-4AF1-B15F-7B6E-49E287B13B7D}"/>
          </ac:picMkLst>
        </pc:picChg>
      </pc:sldChg>
      <pc:sldChg chg="addSp delSp modSp new mod">
        <pc:chgData name="수영 김" userId="78f2ecea5f65f696" providerId="LiveId" clId="{25398A09-640B-4E05-9CC3-756458F00C8F}" dt="2023-11-22T13:56:20.429" v="73" actId="1076"/>
        <pc:sldMkLst>
          <pc:docMk/>
          <pc:sldMk cId="999008140" sldId="265"/>
        </pc:sldMkLst>
        <pc:spChg chg="add mod">
          <ac:chgData name="수영 김" userId="78f2ecea5f65f696" providerId="LiveId" clId="{25398A09-640B-4E05-9CC3-756458F00C8F}" dt="2023-11-22T13:54:58.295" v="64"/>
          <ac:spMkLst>
            <pc:docMk/>
            <pc:sldMk cId="999008140" sldId="265"/>
            <ac:spMk id="3" creationId="{98BF1391-A4A0-70F7-F9B0-EB4D91E653F7}"/>
          </ac:spMkLst>
        </pc:spChg>
        <pc:graphicFrameChg chg="add mod">
          <ac:chgData name="수영 김" userId="78f2ecea5f65f696" providerId="LiveId" clId="{25398A09-640B-4E05-9CC3-756458F00C8F}" dt="2023-11-22T13:54:58.295" v="64"/>
          <ac:graphicFrameMkLst>
            <pc:docMk/>
            <pc:sldMk cId="999008140" sldId="265"/>
            <ac:graphicFrameMk id="2" creationId="{05EAD749-8CC2-F9E7-6BA8-F7EB9F1A47C4}"/>
          </ac:graphicFrameMkLst>
        </pc:graphicFrameChg>
        <pc:picChg chg="add del mod">
          <ac:chgData name="수영 김" userId="78f2ecea5f65f696" providerId="LiveId" clId="{25398A09-640B-4E05-9CC3-756458F00C8F}" dt="2023-11-22T13:56:17.945" v="71" actId="478"/>
          <ac:picMkLst>
            <pc:docMk/>
            <pc:sldMk cId="999008140" sldId="265"/>
            <ac:picMk id="5" creationId="{51B89A69-DBB2-10FC-33F0-6BA8CCD10C9C}"/>
          </ac:picMkLst>
        </pc:picChg>
        <pc:picChg chg="add mod">
          <ac:chgData name="수영 김" userId="78f2ecea5f65f696" providerId="LiveId" clId="{25398A09-640B-4E05-9CC3-756458F00C8F}" dt="2023-11-22T13:56:20.429" v="73" actId="1076"/>
          <ac:picMkLst>
            <pc:docMk/>
            <pc:sldMk cId="999008140" sldId="265"/>
            <ac:picMk id="7" creationId="{D2560DF7-D8FF-0EE5-CCFE-1CAC8C01ACD6}"/>
          </ac:picMkLst>
        </pc:picChg>
      </pc:sldChg>
      <pc:sldChg chg="addSp modSp new mod">
        <pc:chgData name="수영 김" userId="78f2ecea5f65f696" providerId="LiveId" clId="{25398A09-640B-4E05-9CC3-756458F00C8F}" dt="2023-11-22T13:57:30.712" v="91" actId="1076"/>
        <pc:sldMkLst>
          <pc:docMk/>
          <pc:sldMk cId="3385697425" sldId="266"/>
        </pc:sldMkLst>
        <pc:spChg chg="add mod">
          <ac:chgData name="수영 김" userId="78f2ecea5f65f696" providerId="LiveId" clId="{25398A09-640B-4E05-9CC3-756458F00C8F}" dt="2023-11-22T13:57:05.357" v="89"/>
          <ac:spMkLst>
            <pc:docMk/>
            <pc:sldMk cId="3385697425" sldId="266"/>
            <ac:spMk id="3" creationId="{90823EEA-AD34-CDAB-2661-9E76A1432CB9}"/>
          </ac:spMkLst>
        </pc:spChg>
        <pc:graphicFrameChg chg="add mod">
          <ac:chgData name="수영 김" userId="78f2ecea5f65f696" providerId="LiveId" clId="{25398A09-640B-4E05-9CC3-756458F00C8F}" dt="2023-11-22T13:57:00.278" v="77"/>
          <ac:graphicFrameMkLst>
            <pc:docMk/>
            <pc:sldMk cId="3385697425" sldId="266"/>
            <ac:graphicFrameMk id="2" creationId="{F6BC7496-2E8F-FFEB-FE4C-ACD3C98475CC}"/>
          </ac:graphicFrameMkLst>
        </pc:graphicFrameChg>
        <pc:picChg chg="add mod">
          <ac:chgData name="수영 김" userId="78f2ecea5f65f696" providerId="LiveId" clId="{25398A09-640B-4E05-9CC3-756458F00C8F}" dt="2023-11-22T13:57:30.712" v="91" actId="1076"/>
          <ac:picMkLst>
            <pc:docMk/>
            <pc:sldMk cId="3385697425" sldId="266"/>
            <ac:picMk id="5" creationId="{8EE306F0-2083-65F6-101B-FE2090B85EEC}"/>
          </ac:picMkLst>
        </pc:picChg>
      </pc:sldChg>
      <pc:sldChg chg="addSp modSp new mod">
        <pc:chgData name="수영 김" userId="78f2ecea5f65f696" providerId="LiveId" clId="{25398A09-640B-4E05-9CC3-756458F00C8F}" dt="2023-11-22T13:58:10.406" v="97"/>
        <pc:sldMkLst>
          <pc:docMk/>
          <pc:sldMk cId="650204586" sldId="267"/>
        </pc:sldMkLst>
        <pc:spChg chg="add mod">
          <ac:chgData name="수영 김" userId="78f2ecea5f65f696" providerId="LiveId" clId="{25398A09-640B-4E05-9CC3-756458F00C8F}" dt="2023-11-22T13:58:10.406" v="97"/>
          <ac:spMkLst>
            <pc:docMk/>
            <pc:sldMk cId="650204586" sldId="267"/>
            <ac:spMk id="5" creationId="{CC2C19A8-E93C-EA05-DB2D-3C845CD9676C}"/>
          </ac:spMkLst>
        </pc:spChg>
        <pc:graphicFrameChg chg="add mod">
          <ac:chgData name="수영 김" userId="78f2ecea5f65f696" providerId="LiveId" clId="{25398A09-640B-4E05-9CC3-756458F00C8F}" dt="2023-11-22T13:58:10.406" v="97"/>
          <ac:graphicFrameMkLst>
            <pc:docMk/>
            <pc:sldMk cId="650204586" sldId="267"/>
            <ac:graphicFrameMk id="4" creationId="{43F27248-92CE-7CF3-B968-825919516381}"/>
          </ac:graphicFrameMkLst>
        </pc:graphicFrameChg>
        <pc:picChg chg="add mod">
          <ac:chgData name="수영 김" userId="78f2ecea5f65f696" providerId="LiveId" clId="{25398A09-640B-4E05-9CC3-756458F00C8F}" dt="2023-11-22T13:58:06.778" v="96" actId="1076"/>
          <ac:picMkLst>
            <pc:docMk/>
            <pc:sldMk cId="650204586" sldId="267"/>
            <ac:picMk id="3" creationId="{9AAFA358-1744-886E-CD1D-5E0D8A7B9116}"/>
          </ac:picMkLst>
        </pc:picChg>
      </pc:sldChg>
      <pc:sldChg chg="addSp modSp new mod">
        <pc:chgData name="수영 김" userId="78f2ecea5f65f696" providerId="LiveId" clId="{25398A09-640B-4E05-9CC3-756458F00C8F}" dt="2023-11-22T13:59:12.714" v="101" actId="1076"/>
        <pc:sldMkLst>
          <pc:docMk/>
          <pc:sldMk cId="1454761320" sldId="268"/>
        </pc:sldMkLst>
        <pc:spChg chg="add mod">
          <ac:chgData name="수영 김" userId="78f2ecea5f65f696" providerId="LiveId" clId="{25398A09-640B-4E05-9CC3-756458F00C8F}" dt="2023-11-22T13:58:55.463" v="99"/>
          <ac:spMkLst>
            <pc:docMk/>
            <pc:sldMk cId="1454761320" sldId="268"/>
            <ac:spMk id="3" creationId="{D3A5B0AE-5229-B029-66E7-24B947B3DD32}"/>
          </ac:spMkLst>
        </pc:spChg>
        <pc:graphicFrameChg chg="add mod">
          <ac:chgData name="수영 김" userId="78f2ecea5f65f696" providerId="LiveId" clId="{25398A09-640B-4E05-9CC3-756458F00C8F}" dt="2023-11-22T13:58:55.463" v="99"/>
          <ac:graphicFrameMkLst>
            <pc:docMk/>
            <pc:sldMk cId="1454761320" sldId="268"/>
            <ac:graphicFrameMk id="2" creationId="{5BFA3D66-FE7B-F2AB-F4A8-0790DEB3C3A9}"/>
          </ac:graphicFrameMkLst>
        </pc:graphicFrameChg>
        <pc:picChg chg="add mod">
          <ac:chgData name="수영 김" userId="78f2ecea5f65f696" providerId="LiveId" clId="{25398A09-640B-4E05-9CC3-756458F00C8F}" dt="2023-11-22T13:59:12.714" v="101" actId="1076"/>
          <ac:picMkLst>
            <pc:docMk/>
            <pc:sldMk cId="1454761320" sldId="268"/>
            <ac:picMk id="5" creationId="{0353E21D-1AB3-DD7F-8184-16BC646EC778}"/>
          </ac:picMkLst>
        </pc:picChg>
      </pc:sldChg>
      <pc:sldChg chg="addSp modSp new mod">
        <pc:chgData name="수영 김" userId="78f2ecea5f65f696" providerId="LiveId" clId="{25398A09-640B-4E05-9CC3-756458F00C8F}" dt="2023-11-22T14:00:57.669" v="108" actId="1076"/>
        <pc:sldMkLst>
          <pc:docMk/>
          <pc:sldMk cId="4123971826" sldId="269"/>
        </pc:sldMkLst>
        <pc:spChg chg="add mod">
          <ac:chgData name="수영 김" userId="78f2ecea5f65f696" providerId="LiveId" clId="{25398A09-640B-4E05-9CC3-756458F00C8F}" dt="2023-11-22T14:00:53.255" v="107"/>
          <ac:spMkLst>
            <pc:docMk/>
            <pc:sldMk cId="4123971826" sldId="269"/>
            <ac:spMk id="5" creationId="{8C2DD552-F030-8B3B-C29B-D5BFC961FDA5}"/>
          </ac:spMkLst>
        </pc:spChg>
        <pc:graphicFrameChg chg="add mod">
          <ac:chgData name="수영 김" userId="78f2ecea5f65f696" providerId="LiveId" clId="{25398A09-640B-4E05-9CC3-756458F00C8F}" dt="2023-11-22T14:00:53.255" v="107"/>
          <ac:graphicFrameMkLst>
            <pc:docMk/>
            <pc:sldMk cId="4123971826" sldId="269"/>
            <ac:graphicFrameMk id="4" creationId="{99BD55BA-0DBC-6B27-3C06-CE6257395109}"/>
          </ac:graphicFrameMkLst>
        </pc:graphicFrameChg>
        <pc:picChg chg="add mod">
          <ac:chgData name="수영 김" userId="78f2ecea5f65f696" providerId="LiveId" clId="{25398A09-640B-4E05-9CC3-756458F00C8F}" dt="2023-11-22T14:00:57.669" v="108" actId="1076"/>
          <ac:picMkLst>
            <pc:docMk/>
            <pc:sldMk cId="4123971826" sldId="269"/>
            <ac:picMk id="3" creationId="{DC0D6D99-425A-99CD-E277-9BE05165693A}"/>
          </ac:picMkLst>
        </pc:picChg>
      </pc:sldChg>
      <pc:sldChg chg="addSp modSp new mod">
        <pc:chgData name="수영 김" userId="78f2ecea5f65f696" providerId="LiveId" clId="{25398A09-640B-4E05-9CC3-756458F00C8F}" dt="2023-11-22T14:01:38.993" v="115" actId="1076"/>
        <pc:sldMkLst>
          <pc:docMk/>
          <pc:sldMk cId="2422786815" sldId="270"/>
        </pc:sldMkLst>
        <pc:spChg chg="add mod">
          <ac:chgData name="수영 김" userId="78f2ecea5f65f696" providerId="LiveId" clId="{25398A09-640B-4E05-9CC3-756458F00C8F}" dt="2023-11-22T14:01:31.119" v="113"/>
          <ac:spMkLst>
            <pc:docMk/>
            <pc:sldMk cId="2422786815" sldId="270"/>
            <ac:spMk id="5" creationId="{0798BBF2-9456-5C07-30A1-EB8D6A99CD80}"/>
          </ac:spMkLst>
        </pc:spChg>
        <pc:graphicFrameChg chg="add mod">
          <ac:chgData name="수영 김" userId="78f2ecea5f65f696" providerId="LiveId" clId="{25398A09-640B-4E05-9CC3-756458F00C8F}" dt="2023-11-22T14:01:31.119" v="113"/>
          <ac:graphicFrameMkLst>
            <pc:docMk/>
            <pc:sldMk cId="2422786815" sldId="270"/>
            <ac:graphicFrameMk id="4" creationId="{2130C826-E22D-8429-085C-1BB64244B7C6}"/>
          </ac:graphicFrameMkLst>
        </pc:graphicFrameChg>
        <pc:picChg chg="add mod">
          <ac:chgData name="수영 김" userId="78f2ecea5f65f696" providerId="LiveId" clId="{25398A09-640B-4E05-9CC3-756458F00C8F}" dt="2023-11-22T14:01:38.993" v="115" actId="1076"/>
          <ac:picMkLst>
            <pc:docMk/>
            <pc:sldMk cId="2422786815" sldId="270"/>
            <ac:picMk id="3" creationId="{30EB9DB5-8F9B-F00E-7933-F258C696ED68}"/>
          </ac:picMkLst>
        </pc:picChg>
      </pc:sldChg>
      <pc:sldChg chg="addSp modSp new mod">
        <pc:chgData name="수영 김" userId="78f2ecea5f65f696" providerId="LiveId" clId="{25398A09-640B-4E05-9CC3-756458F00C8F}" dt="2023-11-22T14:02:25.512" v="121" actId="1076"/>
        <pc:sldMkLst>
          <pc:docMk/>
          <pc:sldMk cId="2710972797" sldId="271"/>
        </pc:sldMkLst>
        <pc:spChg chg="add mod">
          <ac:chgData name="수영 김" userId="78f2ecea5f65f696" providerId="LiveId" clId="{25398A09-640B-4E05-9CC3-756458F00C8F}" dt="2023-11-22T14:02:21.324" v="120"/>
          <ac:spMkLst>
            <pc:docMk/>
            <pc:sldMk cId="2710972797" sldId="271"/>
            <ac:spMk id="5" creationId="{37D1A9CE-9133-26B2-DB32-C9B86592B7A5}"/>
          </ac:spMkLst>
        </pc:spChg>
        <pc:graphicFrameChg chg="add mod">
          <ac:chgData name="수영 김" userId="78f2ecea5f65f696" providerId="LiveId" clId="{25398A09-640B-4E05-9CC3-756458F00C8F}" dt="2023-11-22T14:02:21.324" v="120"/>
          <ac:graphicFrameMkLst>
            <pc:docMk/>
            <pc:sldMk cId="2710972797" sldId="271"/>
            <ac:graphicFrameMk id="4" creationId="{03935924-B289-5EA7-AF25-8640E432280C}"/>
          </ac:graphicFrameMkLst>
        </pc:graphicFrameChg>
        <pc:picChg chg="add mod">
          <ac:chgData name="수영 김" userId="78f2ecea5f65f696" providerId="LiveId" clId="{25398A09-640B-4E05-9CC3-756458F00C8F}" dt="2023-11-22T14:02:25.512" v="121" actId="1076"/>
          <ac:picMkLst>
            <pc:docMk/>
            <pc:sldMk cId="2710972797" sldId="271"/>
            <ac:picMk id="3" creationId="{FDFBD733-BAE1-E759-9117-AE7633B75EDA}"/>
          </ac:picMkLst>
        </pc:picChg>
      </pc:sldChg>
      <pc:sldChg chg="addSp modSp new mod">
        <pc:chgData name="수영 김" userId="78f2ecea5f65f696" providerId="LiveId" clId="{25398A09-640B-4E05-9CC3-756458F00C8F}" dt="2023-11-22T14:15:09.976" v="141" actId="1076"/>
        <pc:sldMkLst>
          <pc:docMk/>
          <pc:sldMk cId="3817074760" sldId="272"/>
        </pc:sldMkLst>
        <pc:spChg chg="add mod">
          <ac:chgData name="수영 김" userId="78f2ecea5f65f696" providerId="LiveId" clId="{25398A09-640B-4E05-9CC3-756458F00C8F}" dt="2023-11-22T14:14:44.603" v="139" actId="20577"/>
          <ac:spMkLst>
            <pc:docMk/>
            <pc:sldMk cId="3817074760" sldId="272"/>
            <ac:spMk id="3" creationId="{91F71EF4-5C83-F2CC-8C85-B75FF41B0D43}"/>
          </ac:spMkLst>
        </pc:spChg>
        <pc:graphicFrameChg chg="add mod">
          <ac:chgData name="수영 김" userId="78f2ecea5f65f696" providerId="LiveId" clId="{25398A09-640B-4E05-9CC3-756458F00C8F}" dt="2023-11-22T14:12:20.705" v="123"/>
          <ac:graphicFrameMkLst>
            <pc:docMk/>
            <pc:sldMk cId="3817074760" sldId="272"/>
            <ac:graphicFrameMk id="2" creationId="{6845AA07-8CE9-57AA-C4B5-778E9231AA20}"/>
          </ac:graphicFrameMkLst>
        </pc:graphicFrameChg>
        <pc:picChg chg="add mod">
          <ac:chgData name="수영 김" userId="78f2ecea5f65f696" providerId="LiveId" clId="{25398A09-640B-4E05-9CC3-756458F00C8F}" dt="2023-11-22T14:15:09.976" v="141" actId="1076"/>
          <ac:picMkLst>
            <pc:docMk/>
            <pc:sldMk cId="3817074760" sldId="272"/>
            <ac:picMk id="5" creationId="{D812FB26-09A0-E47F-9DCA-4784CCE1DA78}"/>
          </ac:picMkLst>
        </pc:picChg>
      </pc:sldChg>
      <pc:sldChg chg="addSp modSp new mod">
        <pc:chgData name="수영 김" userId="78f2ecea5f65f696" providerId="LiveId" clId="{25398A09-640B-4E05-9CC3-756458F00C8F}" dt="2023-11-22T14:42:40.726" v="504" actId="14100"/>
        <pc:sldMkLst>
          <pc:docMk/>
          <pc:sldMk cId="1640357639" sldId="273"/>
        </pc:sldMkLst>
        <pc:spChg chg="add mod">
          <ac:chgData name="수영 김" userId="78f2ecea5f65f696" providerId="LiveId" clId="{25398A09-640B-4E05-9CC3-756458F00C8F}" dt="2023-11-22T14:15:18.480" v="143"/>
          <ac:spMkLst>
            <pc:docMk/>
            <pc:sldMk cId="1640357639" sldId="273"/>
            <ac:spMk id="3" creationId="{874F6465-73BA-8CD0-0157-ACB011F7B142}"/>
          </ac:spMkLst>
        </pc:spChg>
        <pc:graphicFrameChg chg="add mod">
          <ac:chgData name="수영 김" userId="78f2ecea5f65f696" providerId="LiveId" clId="{25398A09-640B-4E05-9CC3-756458F00C8F}" dt="2023-11-22T14:15:18.480" v="143"/>
          <ac:graphicFrameMkLst>
            <pc:docMk/>
            <pc:sldMk cId="1640357639" sldId="273"/>
            <ac:graphicFrameMk id="2" creationId="{AC9A103E-A7BC-01D5-0652-21CCBA62EE2D}"/>
          </ac:graphicFrameMkLst>
        </pc:graphicFrameChg>
        <pc:picChg chg="add mod">
          <ac:chgData name="수영 김" userId="78f2ecea5f65f696" providerId="LiveId" clId="{25398A09-640B-4E05-9CC3-756458F00C8F}" dt="2023-11-22T14:42:40.726" v="504" actId="14100"/>
          <ac:picMkLst>
            <pc:docMk/>
            <pc:sldMk cId="1640357639" sldId="273"/>
            <ac:picMk id="5" creationId="{8C24E351-C585-BE5D-A460-FE8549BC570F}"/>
          </ac:picMkLst>
        </pc:picChg>
      </pc:sldChg>
      <pc:sldChg chg="addSp modSp new mod">
        <pc:chgData name="수영 김" userId="78f2ecea5f65f696" providerId="LiveId" clId="{25398A09-640B-4E05-9CC3-756458F00C8F}" dt="2023-11-22T14:16:16.544" v="152"/>
        <pc:sldMkLst>
          <pc:docMk/>
          <pc:sldMk cId="4278256159" sldId="274"/>
        </pc:sldMkLst>
        <pc:spChg chg="add mod">
          <ac:chgData name="수영 김" userId="78f2ecea5f65f696" providerId="LiveId" clId="{25398A09-640B-4E05-9CC3-756458F00C8F}" dt="2023-11-22T14:16:16.544" v="152"/>
          <ac:spMkLst>
            <pc:docMk/>
            <pc:sldMk cId="4278256159" sldId="274"/>
            <ac:spMk id="5" creationId="{7E95AD17-8E10-E624-C2B0-0F7F78285121}"/>
          </ac:spMkLst>
        </pc:spChg>
        <pc:graphicFrameChg chg="add mod">
          <ac:chgData name="수영 김" userId="78f2ecea5f65f696" providerId="LiveId" clId="{25398A09-640B-4E05-9CC3-756458F00C8F}" dt="2023-11-22T14:16:16.544" v="152"/>
          <ac:graphicFrameMkLst>
            <pc:docMk/>
            <pc:sldMk cId="4278256159" sldId="274"/>
            <ac:graphicFrameMk id="4" creationId="{FE3A9810-0C92-4895-A09D-9A57F089F07E}"/>
          </ac:graphicFrameMkLst>
        </pc:graphicFrameChg>
        <pc:picChg chg="add mod">
          <ac:chgData name="수영 김" userId="78f2ecea5f65f696" providerId="LiveId" clId="{25398A09-640B-4E05-9CC3-756458F00C8F}" dt="2023-11-22T14:16:12.512" v="151" actId="1076"/>
          <ac:picMkLst>
            <pc:docMk/>
            <pc:sldMk cId="4278256159" sldId="274"/>
            <ac:picMk id="3" creationId="{2AE333B4-3FE4-C69A-4A23-583CFB2C37F4}"/>
          </ac:picMkLst>
        </pc:picChg>
      </pc:sldChg>
      <pc:sldChg chg="addSp modSp new mod">
        <pc:chgData name="수영 김" userId="78f2ecea5f65f696" providerId="LiveId" clId="{25398A09-640B-4E05-9CC3-756458F00C8F}" dt="2023-11-22T14:16:40.168" v="155"/>
        <pc:sldMkLst>
          <pc:docMk/>
          <pc:sldMk cId="323121648" sldId="275"/>
        </pc:sldMkLst>
        <pc:spChg chg="add mod">
          <ac:chgData name="수영 김" userId="78f2ecea5f65f696" providerId="LiveId" clId="{25398A09-640B-4E05-9CC3-756458F00C8F}" dt="2023-11-22T14:16:40.168" v="155"/>
          <ac:spMkLst>
            <pc:docMk/>
            <pc:sldMk cId="323121648" sldId="275"/>
            <ac:spMk id="5" creationId="{5AB7BF3D-CA46-19B2-8BDA-60E783C07139}"/>
          </ac:spMkLst>
        </pc:spChg>
        <pc:graphicFrameChg chg="add mod">
          <ac:chgData name="수영 김" userId="78f2ecea5f65f696" providerId="LiveId" clId="{25398A09-640B-4E05-9CC3-756458F00C8F}" dt="2023-11-22T14:16:40.168" v="155"/>
          <ac:graphicFrameMkLst>
            <pc:docMk/>
            <pc:sldMk cId="323121648" sldId="275"/>
            <ac:graphicFrameMk id="4" creationId="{C89334FE-7558-378B-2339-898272D195F2}"/>
          </ac:graphicFrameMkLst>
        </pc:graphicFrameChg>
        <pc:picChg chg="add">
          <ac:chgData name="수영 김" userId="78f2ecea5f65f696" providerId="LiveId" clId="{25398A09-640B-4E05-9CC3-756458F00C8F}" dt="2023-11-22T14:16:35.898" v="154" actId="22"/>
          <ac:picMkLst>
            <pc:docMk/>
            <pc:sldMk cId="323121648" sldId="275"/>
            <ac:picMk id="3" creationId="{E7ADCB76-DD33-4E43-4E9B-917C2BCF6607}"/>
          </ac:picMkLst>
        </pc:picChg>
      </pc:sldChg>
      <pc:sldChg chg="addSp modSp new mod">
        <pc:chgData name="수영 김" userId="78f2ecea5f65f696" providerId="LiveId" clId="{25398A09-640B-4E05-9CC3-756458F00C8F}" dt="2023-11-22T14:17:09.066" v="161" actId="1076"/>
        <pc:sldMkLst>
          <pc:docMk/>
          <pc:sldMk cId="228511118" sldId="276"/>
        </pc:sldMkLst>
        <pc:spChg chg="add mod">
          <ac:chgData name="수영 김" userId="78f2ecea5f65f696" providerId="LiveId" clId="{25398A09-640B-4E05-9CC3-756458F00C8F}" dt="2023-11-22T14:17:05.497" v="160"/>
          <ac:spMkLst>
            <pc:docMk/>
            <pc:sldMk cId="228511118" sldId="276"/>
            <ac:spMk id="5" creationId="{98B0143C-0B64-8049-92E8-79EACC8AA0A6}"/>
          </ac:spMkLst>
        </pc:spChg>
        <pc:graphicFrameChg chg="add mod">
          <ac:chgData name="수영 김" userId="78f2ecea5f65f696" providerId="LiveId" clId="{25398A09-640B-4E05-9CC3-756458F00C8F}" dt="2023-11-22T14:17:05.497" v="160"/>
          <ac:graphicFrameMkLst>
            <pc:docMk/>
            <pc:sldMk cId="228511118" sldId="276"/>
            <ac:graphicFrameMk id="4" creationId="{6956000B-5813-B24C-7403-0C019BA46A22}"/>
          </ac:graphicFrameMkLst>
        </pc:graphicFrameChg>
        <pc:picChg chg="add mod">
          <ac:chgData name="수영 김" userId="78f2ecea5f65f696" providerId="LiveId" clId="{25398A09-640B-4E05-9CC3-756458F00C8F}" dt="2023-11-22T14:17:09.066" v="161" actId="1076"/>
          <ac:picMkLst>
            <pc:docMk/>
            <pc:sldMk cId="228511118" sldId="276"/>
            <ac:picMk id="3" creationId="{F3D598C2-1B45-CE55-E339-135028EDF75E}"/>
          </ac:picMkLst>
        </pc:picChg>
      </pc:sldChg>
      <pc:sldChg chg="addSp modSp new mod">
        <pc:chgData name="수영 김" userId="78f2ecea5f65f696" providerId="LiveId" clId="{25398A09-640B-4E05-9CC3-756458F00C8F}" dt="2023-11-22T14:17:48.504" v="166" actId="1076"/>
        <pc:sldMkLst>
          <pc:docMk/>
          <pc:sldMk cId="1857453753" sldId="277"/>
        </pc:sldMkLst>
        <pc:spChg chg="add mod">
          <ac:chgData name="수영 김" userId="78f2ecea5f65f696" providerId="LiveId" clId="{25398A09-640B-4E05-9CC3-756458F00C8F}" dt="2023-11-22T14:17:44.919" v="165"/>
          <ac:spMkLst>
            <pc:docMk/>
            <pc:sldMk cId="1857453753" sldId="277"/>
            <ac:spMk id="5" creationId="{1E80FC85-73C5-F468-FC22-980BF0A38BE0}"/>
          </ac:spMkLst>
        </pc:spChg>
        <pc:graphicFrameChg chg="add mod">
          <ac:chgData name="수영 김" userId="78f2ecea5f65f696" providerId="LiveId" clId="{25398A09-640B-4E05-9CC3-756458F00C8F}" dt="2023-11-22T14:17:44.919" v="165"/>
          <ac:graphicFrameMkLst>
            <pc:docMk/>
            <pc:sldMk cId="1857453753" sldId="277"/>
            <ac:graphicFrameMk id="4" creationId="{67E84730-C0CD-C2C7-9D93-8BE2CF92E291}"/>
          </ac:graphicFrameMkLst>
        </pc:graphicFrameChg>
        <pc:picChg chg="add mod">
          <ac:chgData name="수영 김" userId="78f2ecea5f65f696" providerId="LiveId" clId="{25398A09-640B-4E05-9CC3-756458F00C8F}" dt="2023-11-22T14:17:48.504" v="166" actId="1076"/>
          <ac:picMkLst>
            <pc:docMk/>
            <pc:sldMk cId="1857453753" sldId="277"/>
            <ac:picMk id="3" creationId="{9A3C89AD-8FA6-AFB1-554F-071B385BAF7B}"/>
          </ac:picMkLst>
        </pc:picChg>
      </pc:sldChg>
      <pc:sldChg chg="addSp modSp new mod">
        <pc:chgData name="수영 김" userId="78f2ecea5f65f696" providerId="LiveId" clId="{25398A09-640B-4E05-9CC3-756458F00C8F}" dt="2023-11-22T14:31:42.935" v="435" actId="14100"/>
        <pc:sldMkLst>
          <pc:docMk/>
          <pc:sldMk cId="2953586845" sldId="278"/>
        </pc:sldMkLst>
        <pc:spChg chg="add mod">
          <ac:chgData name="수영 김" userId="78f2ecea5f65f696" providerId="LiveId" clId="{25398A09-640B-4E05-9CC3-756458F00C8F}" dt="2023-11-22T14:31:42.935" v="435" actId="14100"/>
          <ac:spMkLst>
            <pc:docMk/>
            <pc:sldMk cId="2953586845" sldId="278"/>
            <ac:spMk id="3" creationId="{2A2B9480-867D-65CE-D814-0D16F5990B9B}"/>
          </ac:spMkLst>
        </pc:spChg>
        <pc:graphicFrameChg chg="add mod">
          <ac:chgData name="수영 김" userId="78f2ecea5f65f696" providerId="LiveId" clId="{25398A09-640B-4E05-9CC3-756458F00C8F}" dt="2023-11-22T14:18:48.328" v="168"/>
          <ac:graphicFrameMkLst>
            <pc:docMk/>
            <pc:sldMk cId="2953586845" sldId="278"/>
            <ac:graphicFrameMk id="2" creationId="{8A0AC12B-E5B4-55CE-6C47-B0AF3132121E}"/>
          </ac:graphicFrameMkLst>
        </pc:graphicFrameChg>
        <pc:picChg chg="add mod">
          <ac:chgData name="수영 김" userId="78f2ecea5f65f696" providerId="LiveId" clId="{25398A09-640B-4E05-9CC3-756458F00C8F}" dt="2023-11-22T14:31:34.027" v="432" actId="1076"/>
          <ac:picMkLst>
            <pc:docMk/>
            <pc:sldMk cId="2953586845" sldId="278"/>
            <ac:picMk id="5" creationId="{AA473F79-80C1-B8AE-DEAB-7E9C738E523A}"/>
          </ac:picMkLst>
        </pc:picChg>
      </pc:sldChg>
      <pc:sldChg chg="addSp modSp new mod">
        <pc:chgData name="수영 김" userId="78f2ecea5f65f696" providerId="LiveId" clId="{25398A09-640B-4E05-9CC3-756458F00C8F}" dt="2023-11-22T14:33:14.838" v="442" actId="1076"/>
        <pc:sldMkLst>
          <pc:docMk/>
          <pc:sldMk cId="1342164302" sldId="279"/>
        </pc:sldMkLst>
        <pc:spChg chg="add mod">
          <ac:chgData name="수영 김" userId="78f2ecea5f65f696" providerId="LiveId" clId="{25398A09-640B-4E05-9CC3-756458F00C8F}" dt="2023-11-22T14:33:09.260" v="440"/>
          <ac:spMkLst>
            <pc:docMk/>
            <pc:sldMk cId="1342164302" sldId="279"/>
            <ac:spMk id="5" creationId="{CAC485FE-5762-F399-EE67-91E2A2F08736}"/>
          </ac:spMkLst>
        </pc:spChg>
        <pc:graphicFrameChg chg="add mod">
          <ac:chgData name="수영 김" userId="78f2ecea5f65f696" providerId="LiveId" clId="{25398A09-640B-4E05-9CC3-756458F00C8F}" dt="2023-11-22T14:33:09.260" v="440"/>
          <ac:graphicFrameMkLst>
            <pc:docMk/>
            <pc:sldMk cId="1342164302" sldId="279"/>
            <ac:graphicFrameMk id="4" creationId="{3A20287F-68D9-9EEB-CDC9-F02F50BB4B1C}"/>
          </ac:graphicFrameMkLst>
        </pc:graphicFrameChg>
        <pc:picChg chg="add mod">
          <ac:chgData name="수영 김" userId="78f2ecea5f65f696" providerId="LiveId" clId="{25398A09-640B-4E05-9CC3-756458F00C8F}" dt="2023-11-22T14:33:14.838" v="442" actId="1076"/>
          <ac:picMkLst>
            <pc:docMk/>
            <pc:sldMk cId="1342164302" sldId="279"/>
            <ac:picMk id="3" creationId="{AA562442-D5AC-1586-A603-A66C47877CFA}"/>
          </ac:picMkLst>
        </pc:picChg>
      </pc:sldChg>
      <pc:sldChg chg="addSp modSp new mod">
        <pc:chgData name="수영 김" userId="78f2ecea5f65f696" providerId="LiveId" clId="{25398A09-640B-4E05-9CC3-756458F00C8F}" dt="2023-11-22T14:34:16.464" v="447" actId="1076"/>
        <pc:sldMkLst>
          <pc:docMk/>
          <pc:sldMk cId="1324959161" sldId="280"/>
        </pc:sldMkLst>
        <pc:spChg chg="add mod">
          <ac:chgData name="수영 김" userId="78f2ecea5f65f696" providerId="LiveId" clId="{25398A09-640B-4E05-9CC3-756458F00C8F}" dt="2023-11-22T14:33:25.961" v="444"/>
          <ac:spMkLst>
            <pc:docMk/>
            <pc:sldMk cId="1324959161" sldId="280"/>
            <ac:spMk id="3" creationId="{CD0E8476-3BE3-3B40-FEE5-2F0B43093017}"/>
          </ac:spMkLst>
        </pc:spChg>
        <pc:graphicFrameChg chg="add mod">
          <ac:chgData name="수영 김" userId="78f2ecea5f65f696" providerId="LiveId" clId="{25398A09-640B-4E05-9CC3-756458F00C8F}" dt="2023-11-22T14:33:25.961" v="444"/>
          <ac:graphicFrameMkLst>
            <pc:docMk/>
            <pc:sldMk cId="1324959161" sldId="280"/>
            <ac:graphicFrameMk id="2" creationId="{9F71B751-121F-AEB5-70A3-7117E3478E4B}"/>
          </ac:graphicFrameMkLst>
        </pc:graphicFrameChg>
        <pc:picChg chg="add mod">
          <ac:chgData name="수영 김" userId="78f2ecea5f65f696" providerId="LiveId" clId="{25398A09-640B-4E05-9CC3-756458F00C8F}" dt="2023-11-22T14:34:16.464" v="447" actId="1076"/>
          <ac:picMkLst>
            <pc:docMk/>
            <pc:sldMk cId="1324959161" sldId="280"/>
            <ac:picMk id="5" creationId="{7B0E2EF0-FB8E-C926-E6EE-21748674E1D0}"/>
          </ac:picMkLst>
        </pc:picChg>
      </pc:sldChg>
      <pc:sldChg chg="addSp modSp new mod">
        <pc:chgData name="수영 김" userId="78f2ecea5f65f696" providerId="LiveId" clId="{25398A09-640B-4E05-9CC3-756458F00C8F}" dt="2023-11-22T14:35:29.062" v="459" actId="1076"/>
        <pc:sldMkLst>
          <pc:docMk/>
          <pc:sldMk cId="1737002027" sldId="281"/>
        </pc:sldMkLst>
        <pc:spChg chg="add mod">
          <ac:chgData name="수영 김" userId="78f2ecea5f65f696" providerId="LiveId" clId="{25398A09-640B-4E05-9CC3-756458F00C8F}" dt="2023-11-22T14:34:53.468" v="457" actId="20577"/>
          <ac:spMkLst>
            <pc:docMk/>
            <pc:sldMk cId="1737002027" sldId="281"/>
            <ac:spMk id="3" creationId="{D6F175FF-B13E-BB6F-9E1C-A2300908579A}"/>
          </ac:spMkLst>
        </pc:spChg>
        <pc:graphicFrameChg chg="add mod">
          <ac:chgData name="수영 김" userId="78f2ecea5f65f696" providerId="LiveId" clId="{25398A09-640B-4E05-9CC3-756458F00C8F}" dt="2023-11-22T14:34:50.328" v="449"/>
          <ac:graphicFrameMkLst>
            <pc:docMk/>
            <pc:sldMk cId="1737002027" sldId="281"/>
            <ac:graphicFrameMk id="2" creationId="{894FFA57-AC46-CFD8-BFEA-18745C65C204}"/>
          </ac:graphicFrameMkLst>
        </pc:graphicFrameChg>
        <pc:picChg chg="add mod">
          <ac:chgData name="수영 김" userId="78f2ecea5f65f696" providerId="LiveId" clId="{25398A09-640B-4E05-9CC3-756458F00C8F}" dt="2023-11-22T14:35:29.062" v="459" actId="1076"/>
          <ac:picMkLst>
            <pc:docMk/>
            <pc:sldMk cId="1737002027" sldId="281"/>
            <ac:picMk id="5" creationId="{FDCBA732-3B14-0431-3379-A5038F691674}"/>
          </ac:picMkLst>
        </pc:picChg>
      </pc:sldChg>
      <pc:sldChg chg="addSp modSp new mod">
        <pc:chgData name="수영 김" userId="78f2ecea5f65f696" providerId="LiveId" clId="{25398A09-640B-4E05-9CC3-756458F00C8F}" dt="2023-11-22T14:35:51.529" v="463" actId="1076"/>
        <pc:sldMkLst>
          <pc:docMk/>
          <pc:sldMk cId="3293847317" sldId="282"/>
        </pc:sldMkLst>
        <pc:spChg chg="add mod">
          <ac:chgData name="수영 김" userId="78f2ecea5f65f696" providerId="LiveId" clId="{25398A09-640B-4E05-9CC3-756458F00C8F}" dt="2023-11-22T14:35:34.074" v="461"/>
          <ac:spMkLst>
            <pc:docMk/>
            <pc:sldMk cId="3293847317" sldId="282"/>
            <ac:spMk id="3" creationId="{0BDA65AF-A45B-273A-046E-8D021C48B7AF}"/>
          </ac:spMkLst>
        </pc:spChg>
        <pc:graphicFrameChg chg="add mod">
          <ac:chgData name="수영 김" userId="78f2ecea5f65f696" providerId="LiveId" clId="{25398A09-640B-4E05-9CC3-756458F00C8F}" dt="2023-11-22T14:35:34.074" v="461"/>
          <ac:graphicFrameMkLst>
            <pc:docMk/>
            <pc:sldMk cId="3293847317" sldId="282"/>
            <ac:graphicFrameMk id="2" creationId="{7688455C-246C-C4F2-1509-1024806A89D7}"/>
          </ac:graphicFrameMkLst>
        </pc:graphicFrameChg>
        <pc:picChg chg="add mod">
          <ac:chgData name="수영 김" userId="78f2ecea5f65f696" providerId="LiveId" clId="{25398A09-640B-4E05-9CC3-756458F00C8F}" dt="2023-11-22T14:35:51.529" v="463" actId="1076"/>
          <ac:picMkLst>
            <pc:docMk/>
            <pc:sldMk cId="3293847317" sldId="282"/>
            <ac:picMk id="5" creationId="{ED006E5E-3FE1-B381-A7C5-081D995BFE1E}"/>
          </ac:picMkLst>
        </pc:picChg>
      </pc:sldChg>
      <pc:sldChg chg="addSp delSp modSp new mod">
        <pc:chgData name="수영 김" userId="78f2ecea5f65f696" providerId="LiveId" clId="{25398A09-640B-4E05-9CC3-756458F00C8F}" dt="2023-11-22T14:39:24.177" v="499" actId="22"/>
        <pc:sldMkLst>
          <pc:docMk/>
          <pc:sldMk cId="1076771967" sldId="283"/>
        </pc:sldMkLst>
        <pc:spChg chg="add mod">
          <ac:chgData name="수영 김" userId="78f2ecea5f65f696" providerId="LiveId" clId="{25398A09-640B-4E05-9CC3-756458F00C8F}" dt="2023-11-22T14:36:46.919" v="483"/>
          <ac:spMkLst>
            <pc:docMk/>
            <pc:sldMk cId="1076771967" sldId="283"/>
            <ac:spMk id="5" creationId="{9E9CA652-2430-449D-9430-85361920294B}"/>
          </ac:spMkLst>
        </pc:spChg>
        <pc:graphicFrameChg chg="add mod">
          <ac:chgData name="수영 김" userId="78f2ecea5f65f696" providerId="LiveId" clId="{25398A09-640B-4E05-9CC3-756458F00C8F}" dt="2023-11-22T14:36:37.720" v="466"/>
          <ac:graphicFrameMkLst>
            <pc:docMk/>
            <pc:sldMk cId="1076771967" sldId="283"/>
            <ac:graphicFrameMk id="4" creationId="{BB3E24FE-35AC-B8FA-FA02-5912EF4D311B}"/>
          </ac:graphicFrameMkLst>
        </pc:graphicFrameChg>
        <pc:picChg chg="add mod">
          <ac:chgData name="수영 김" userId="78f2ecea5f65f696" providerId="LiveId" clId="{25398A09-640B-4E05-9CC3-756458F00C8F}" dt="2023-11-22T14:36:40.762" v="467" actId="1076"/>
          <ac:picMkLst>
            <pc:docMk/>
            <pc:sldMk cId="1076771967" sldId="283"/>
            <ac:picMk id="3" creationId="{F7B28138-A0C1-5C34-AFA3-1B0868CBE25D}"/>
          </ac:picMkLst>
        </pc:picChg>
        <pc:picChg chg="add del">
          <ac:chgData name="수영 김" userId="78f2ecea5f65f696" providerId="LiveId" clId="{25398A09-640B-4E05-9CC3-756458F00C8F}" dt="2023-11-22T14:39:24.177" v="499" actId="22"/>
          <ac:picMkLst>
            <pc:docMk/>
            <pc:sldMk cId="1076771967" sldId="283"/>
            <ac:picMk id="7" creationId="{FA5A85CC-6EB5-1222-BA08-5F9BA33181DF}"/>
          </ac:picMkLst>
        </pc:picChg>
      </pc:sldChg>
      <pc:sldChg chg="addSp modSp new mod">
        <pc:chgData name="수영 김" userId="78f2ecea5f65f696" providerId="LiveId" clId="{25398A09-640B-4E05-9CC3-756458F00C8F}" dt="2023-11-22T14:38:01.412" v="494" actId="22"/>
        <pc:sldMkLst>
          <pc:docMk/>
          <pc:sldMk cId="1531971926" sldId="284"/>
        </pc:sldMkLst>
        <pc:spChg chg="add mod">
          <ac:chgData name="수영 김" userId="78f2ecea5f65f696" providerId="LiveId" clId="{25398A09-640B-4E05-9CC3-756458F00C8F}" dt="2023-11-22T14:38:00.973" v="493"/>
          <ac:spMkLst>
            <pc:docMk/>
            <pc:sldMk cId="1531971926" sldId="284"/>
            <ac:spMk id="3" creationId="{72E2482D-241D-DD8F-1244-5144DC4D8872}"/>
          </ac:spMkLst>
        </pc:spChg>
        <pc:graphicFrameChg chg="add mod">
          <ac:chgData name="수영 김" userId="78f2ecea5f65f696" providerId="LiveId" clId="{25398A09-640B-4E05-9CC3-756458F00C8F}" dt="2023-11-22T14:36:52.088" v="485"/>
          <ac:graphicFrameMkLst>
            <pc:docMk/>
            <pc:sldMk cId="1531971926" sldId="284"/>
            <ac:graphicFrameMk id="2" creationId="{7D0FD06C-2766-7F9D-32AA-43814D482B49}"/>
          </ac:graphicFrameMkLst>
        </pc:graphicFrameChg>
        <pc:picChg chg="add">
          <ac:chgData name="수영 김" userId="78f2ecea5f65f696" providerId="LiveId" clId="{25398A09-640B-4E05-9CC3-756458F00C8F}" dt="2023-11-22T14:38:01.412" v="494" actId="22"/>
          <ac:picMkLst>
            <pc:docMk/>
            <pc:sldMk cId="1531971926" sldId="284"/>
            <ac:picMk id="5" creationId="{3864C7F6-01AE-E0CE-AD73-E05154A786DF}"/>
          </ac:picMkLst>
        </pc:picChg>
      </pc:sldChg>
      <pc:sldChg chg="addSp delSp modSp new mod">
        <pc:chgData name="수영 김" userId="78f2ecea5f65f696" providerId="LiveId" clId="{25398A09-640B-4E05-9CC3-756458F00C8F}" dt="2023-11-22T14:39:33.790" v="503" actId="14100"/>
        <pc:sldMkLst>
          <pc:docMk/>
          <pc:sldMk cId="1374638316" sldId="285"/>
        </pc:sldMkLst>
        <pc:spChg chg="add mod">
          <ac:chgData name="수영 김" userId="78f2ecea5f65f696" providerId="LiveId" clId="{25398A09-640B-4E05-9CC3-756458F00C8F}" dt="2023-11-22T14:39:28.513" v="501"/>
          <ac:spMkLst>
            <pc:docMk/>
            <pc:sldMk cId="1374638316" sldId="285"/>
            <ac:spMk id="7" creationId="{7718CD61-0E91-024A-9D1F-3C7C14AB796A}"/>
          </ac:spMkLst>
        </pc:spChg>
        <pc:graphicFrameChg chg="add mod">
          <ac:chgData name="수영 김" userId="78f2ecea5f65f696" providerId="LiveId" clId="{25398A09-640B-4E05-9CC3-756458F00C8F}" dt="2023-11-22T14:39:28.513" v="501"/>
          <ac:graphicFrameMkLst>
            <pc:docMk/>
            <pc:sldMk cId="1374638316" sldId="285"/>
            <ac:graphicFrameMk id="6" creationId="{43190A51-67C8-DBC8-C39F-E88A47E1DEC5}"/>
          </ac:graphicFrameMkLst>
        </pc:graphicFrameChg>
        <pc:picChg chg="add del">
          <ac:chgData name="수영 김" userId="78f2ecea5f65f696" providerId="LiveId" clId="{25398A09-640B-4E05-9CC3-756458F00C8F}" dt="2023-11-22T14:39:22.457" v="497" actId="478"/>
          <ac:picMkLst>
            <pc:docMk/>
            <pc:sldMk cId="1374638316" sldId="285"/>
            <ac:picMk id="3" creationId="{C5D8FEA9-BC94-BA88-5316-E3B66A6FFADB}"/>
          </ac:picMkLst>
        </pc:picChg>
        <pc:picChg chg="add mod">
          <ac:chgData name="수영 김" userId="78f2ecea5f65f696" providerId="LiveId" clId="{25398A09-640B-4E05-9CC3-756458F00C8F}" dt="2023-11-22T14:39:33.790" v="503" actId="14100"/>
          <ac:picMkLst>
            <pc:docMk/>
            <pc:sldMk cId="1374638316" sldId="285"/>
            <ac:picMk id="5" creationId="{DE9B3B3B-6024-81B4-CE4B-4C6568A6BEA7}"/>
          </ac:picMkLst>
        </pc:picChg>
      </pc:sldChg>
    </pc:docChg>
  </pc:docChgLst>
  <pc:docChgLst>
    <pc:chgData name="수영 김" userId="78f2ecea5f65f696" providerId="LiveId" clId="{C4DF56EA-FBDE-4933-A3B7-CC54E7493825}"/>
    <pc:docChg chg="undo custSel addSld delSld modSld sldOrd">
      <pc:chgData name="수영 김" userId="78f2ecea5f65f696" providerId="LiveId" clId="{C4DF56EA-FBDE-4933-A3B7-CC54E7493825}" dt="2023-11-23T01:00:35.682" v="3347" actId="47"/>
      <pc:docMkLst>
        <pc:docMk/>
      </pc:docMkLst>
      <pc:sldChg chg="addSp delSp modSp new mod">
        <pc:chgData name="수영 김" userId="78f2ecea5f65f696" providerId="LiveId" clId="{C4DF56EA-FBDE-4933-A3B7-CC54E7493825}" dt="2023-11-23T00:58:03.691" v="3275" actId="207"/>
        <pc:sldMkLst>
          <pc:docMk/>
          <pc:sldMk cId="3815025258" sldId="286"/>
        </pc:sldMkLst>
        <pc:spChg chg="add mod">
          <ac:chgData name="수영 김" userId="78f2ecea5f65f696" providerId="LiveId" clId="{C4DF56EA-FBDE-4933-A3B7-CC54E7493825}" dt="2023-11-23T00:14:46.306" v="659" actId="6549"/>
          <ac:spMkLst>
            <pc:docMk/>
            <pc:sldMk cId="3815025258" sldId="286"/>
            <ac:spMk id="3" creationId="{9923E50D-8182-E3CD-5816-E303CBB16EA2}"/>
          </ac:spMkLst>
        </pc:spChg>
        <pc:spChg chg="add mod">
          <ac:chgData name="수영 김" userId="78f2ecea5f65f696" providerId="LiveId" clId="{C4DF56EA-FBDE-4933-A3B7-CC54E7493825}" dt="2023-11-23T00:12:02.280" v="403" actId="1076"/>
          <ac:spMkLst>
            <pc:docMk/>
            <pc:sldMk cId="3815025258" sldId="286"/>
            <ac:spMk id="4" creationId="{87767E4F-8FAB-5DEF-5192-D0F5609F0118}"/>
          </ac:spMkLst>
        </pc:spChg>
        <pc:spChg chg="add del mod">
          <ac:chgData name="수영 김" userId="78f2ecea5f65f696" providerId="LiveId" clId="{C4DF56EA-FBDE-4933-A3B7-CC54E7493825}" dt="2023-11-23T00:58:03.691" v="3275" actId="207"/>
          <ac:spMkLst>
            <pc:docMk/>
            <pc:sldMk cId="3815025258" sldId="286"/>
            <ac:spMk id="5" creationId="{417C333C-89E8-25FC-F81C-4ED64F001ADD}"/>
          </ac:spMkLst>
        </pc:spChg>
        <pc:spChg chg="add mod">
          <ac:chgData name="수영 김" userId="78f2ecea5f65f696" providerId="LiveId" clId="{C4DF56EA-FBDE-4933-A3B7-CC54E7493825}" dt="2023-11-23T00:12:02.280" v="403" actId="1076"/>
          <ac:spMkLst>
            <pc:docMk/>
            <pc:sldMk cId="3815025258" sldId="286"/>
            <ac:spMk id="6" creationId="{700BFF3E-3EE4-4C48-80EE-36B8C816C431}"/>
          </ac:spMkLst>
        </pc:spChg>
        <pc:spChg chg="add mod">
          <ac:chgData name="수영 김" userId="78f2ecea5f65f696" providerId="LiveId" clId="{C4DF56EA-FBDE-4933-A3B7-CC54E7493825}" dt="2023-11-23T00:12:57.611" v="497" actId="1076"/>
          <ac:spMkLst>
            <pc:docMk/>
            <pc:sldMk cId="3815025258" sldId="286"/>
            <ac:spMk id="7" creationId="{EFCE3F27-4340-5341-64BE-09B6FEC08A19}"/>
          </ac:spMkLst>
        </pc:spChg>
        <pc:spChg chg="add del mod">
          <ac:chgData name="수영 김" userId="78f2ecea5f65f696" providerId="LiveId" clId="{C4DF56EA-FBDE-4933-A3B7-CC54E7493825}" dt="2023-11-23T00:13:50.816" v="506" actId="478"/>
          <ac:spMkLst>
            <pc:docMk/>
            <pc:sldMk cId="3815025258" sldId="286"/>
            <ac:spMk id="8" creationId="{21BCD3DF-B420-2BF0-69E9-A58067C242B0}"/>
          </ac:spMkLst>
        </pc:spChg>
        <pc:spChg chg="add mod">
          <ac:chgData name="수영 김" userId="78f2ecea5f65f696" providerId="LiveId" clId="{C4DF56EA-FBDE-4933-A3B7-CC54E7493825}" dt="2023-11-23T00:14:40.955" v="658" actId="1076"/>
          <ac:spMkLst>
            <pc:docMk/>
            <pc:sldMk cId="3815025258" sldId="286"/>
            <ac:spMk id="9" creationId="{265E79E7-AF33-0B4C-4529-2DFD6E87AB31}"/>
          </ac:spMkLst>
        </pc:spChg>
        <pc:graphicFrameChg chg="add mod">
          <ac:chgData name="수영 김" userId="78f2ecea5f65f696" providerId="LiveId" clId="{C4DF56EA-FBDE-4933-A3B7-CC54E7493825}" dt="2023-11-23T00:00:08.525" v="1"/>
          <ac:graphicFrameMkLst>
            <pc:docMk/>
            <pc:sldMk cId="3815025258" sldId="286"/>
            <ac:graphicFrameMk id="2" creationId="{A2CA72D9-2E14-2FB4-918C-2E7CDEF403B8}"/>
          </ac:graphicFrameMkLst>
        </pc:graphicFrameChg>
        <pc:picChg chg="add mod">
          <ac:chgData name="수영 김" userId="78f2ecea5f65f696" providerId="LiveId" clId="{C4DF56EA-FBDE-4933-A3B7-CC54E7493825}" dt="2023-11-23T00:12:02.280" v="403" actId="1076"/>
          <ac:picMkLst>
            <pc:docMk/>
            <pc:sldMk cId="3815025258" sldId="286"/>
            <ac:picMk id="1026" creationId="{F1E9B8BC-9541-5678-A32A-8E653C5C4C7F}"/>
          </ac:picMkLst>
        </pc:picChg>
        <pc:picChg chg="add mod">
          <ac:chgData name="수영 김" userId="78f2ecea5f65f696" providerId="LiveId" clId="{C4DF56EA-FBDE-4933-A3B7-CC54E7493825}" dt="2023-11-23T00:12:02.280" v="403" actId="1076"/>
          <ac:picMkLst>
            <pc:docMk/>
            <pc:sldMk cId="3815025258" sldId="286"/>
            <ac:picMk id="1028" creationId="{90B4BD88-DD3B-0E92-9D76-7124C5301EB6}"/>
          </ac:picMkLst>
        </pc:picChg>
        <pc:picChg chg="add mod">
          <ac:chgData name="수영 김" userId="78f2ecea5f65f696" providerId="LiveId" clId="{C4DF56EA-FBDE-4933-A3B7-CC54E7493825}" dt="2023-11-23T00:12:57.611" v="497" actId="1076"/>
          <ac:picMkLst>
            <pc:docMk/>
            <pc:sldMk cId="3815025258" sldId="286"/>
            <ac:picMk id="1030" creationId="{4E9A2F35-4113-0105-3CCD-66B540A9F2D7}"/>
          </ac:picMkLst>
        </pc:picChg>
        <pc:picChg chg="add mod">
          <ac:chgData name="수영 김" userId="78f2ecea5f65f696" providerId="LiveId" clId="{C4DF56EA-FBDE-4933-A3B7-CC54E7493825}" dt="2023-11-23T00:13:46.072" v="502" actId="1076"/>
          <ac:picMkLst>
            <pc:docMk/>
            <pc:sldMk cId="3815025258" sldId="286"/>
            <ac:picMk id="1032" creationId="{86E1C378-56FA-9096-AAFD-CF9F5AF013F6}"/>
          </ac:picMkLst>
        </pc:picChg>
      </pc:sldChg>
      <pc:sldChg chg="addSp delSp modSp new mod">
        <pc:chgData name="수영 김" userId="78f2ecea5f65f696" providerId="LiveId" clId="{C4DF56EA-FBDE-4933-A3B7-CC54E7493825}" dt="2023-11-23T00:24:07.286" v="898" actId="1076"/>
        <pc:sldMkLst>
          <pc:docMk/>
          <pc:sldMk cId="284757410" sldId="287"/>
        </pc:sldMkLst>
        <pc:spChg chg="add mod">
          <ac:chgData name="수영 김" userId="78f2ecea5f65f696" providerId="LiveId" clId="{C4DF56EA-FBDE-4933-A3B7-CC54E7493825}" dt="2023-11-23T00:15:00.285" v="679" actId="20577"/>
          <ac:spMkLst>
            <pc:docMk/>
            <pc:sldMk cId="284757410" sldId="287"/>
            <ac:spMk id="3" creationId="{55FDCB6B-E994-E9EB-D743-0C32601A485A}"/>
          </ac:spMkLst>
        </pc:spChg>
        <pc:spChg chg="add mod">
          <ac:chgData name="수영 김" userId="78f2ecea5f65f696" providerId="LiveId" clId="{C4DF56EA-FBDE-4933-A3B7-CC54E7493825}" dt="2023-11-23T00:24:07.286" v="898" actId="1076"/>
          <ac:spMkLst>
            <pc:docMk/>
            <pc:sldMk cId="284757410" sldId="287"/>
            <ac:spMk id="4" creationId="{C1601743-C226-3A52-A6F2-403BE09E129A}"/>
          </ac:spMkLst>
        </pc:spChg>
        <pc:spChg chg="add del">
          <ac:chgData name="수영 김" userId="78f2ecea5f65f696" providerId="LiveId" clId="{C4DF56EA-FBDE-4933-A3B7-CC54E7493825}" dt="2023-11-23T00:17:26.860" v="740"/>
          <ac:spMkLst>
            <pc:docMk/>
            <pc:sldMk cId="284757410" sldId="287"/>
            <ac:spMk id="5" creationId="{ABF53F34-F555-840B-F2BB-594C3E06ED68}"/>
          </ac:spMkLst>
        </pc:spChg>
        <pc:spChg chg="add mod">
          <ac:chgData name="수영 김" userId="78f2ecea5f65f696" providerId="LiveId" clId="{C4DF56EA-FBDE-4933-A3B7-CC54E7493825}" dt="2023-11-23T00:20:40.882" v="823" actId="1076"/>
          <ac:spMkLst>
            <pc:docMk/>
            <pc:sldMk cId="284757410" sldId="287"/>
            <ac:spMk id="6" creationId="{C7E2E70D-C249-AE99-32E0-EF5ADCC05280}"/>
          </ac:spMkLst>
        </pc:spChg>
        <pc:spChg chg="add mod">
          <ac:chgData name="수영 김" userId="78f2ecea5f65f696" providerId="LiveId" clId="{C4DF56EA-FBDE-4933-A3B7-CC54E7493825}" dt="2023-11-23T00:19:55.235" v="818" actId="20577"/>
          <ac:spMkLst>
            <pc:docMk/>
            <pc:sldMk cId="284757410" sldId="287"/>
            <ac:spMk id="7" creationId="{E9C9EB15-75CE-E883-4359-1D8082764990}"/>
          </ac:spMkLst>
        </pc:spChg>
        <pc:spChg chg="add mod">
          <ac:chgData name="수영 김" userId="78f2ecea5f65f696" providerId="LiveId" clId="{C4DF56EA-FBDE-4933-A3B7-CC54E7493825}" dt="2023-11-23T00:21:28.646" v="848" actId="1076"/>
          <ac:spMkLst>
            <pc:docMk/>
            <pc:sldMk cId="284757410" sldId="287"/>
            <ac:spMk id="8" creationId="{ACBAE47C-043F-E29B-6889-3FC47C992EB5}"/>
          </ac:spMkLst>
        </pc:spChg>
        <pc:spChg chg="add mod">
          <ac:chgData name="수영 김" userId="78f2ecea5f65f696" providerId="LiveId" clId="{C4DF56EA-FBDE-4933-A3B7-CC54E7493825}" dt="2023-11-23T00:23:23.255" v="881" actId="20577"/>
          <ac:spMkLst>
            <pc:docMk/>
            <pc:sldMk cId="284757410" sldId="287"/>
            <ac:spMk id="9" creationId="{C8F98F18-194B-1D77-5FBD-0EAB12242814}"/>
          </ac:spMkLst>
        </pc:spChg>
        <pc:spChg chg="add mod">
          <ac:chgData name="수영 김" userId="78f2ecea5f65f696" providerId="LiveId" clId="{C4DF56EA-FBDE-4933-A3B7-CC54E7493825}" dt="2023-11-23T00:23:58.819" v="897" actId="20577"/>
          <ac:spMkLst>
            <pc:docMk/>
            <pc:sldMk cId="284757410" sldId="287"/>
            <ac:spMk id="10" creationId="{59FF2AC5-C7E8-7659-6548-9DD834664469}"/>
          </ac:spMkLst>
        </pc:spChg>
        <pc:graphicFrameChg chg="add mod">
          <ac:chgData name="수영 김" userId="78f2ecea5f65f696" providerId="LiveId" clId="{C4DF56EA-FBDE-4933-A3B7-CC54E7493825}" dt="2023-11-23T00:22:35.114" v="857" actId="14100"/>
          <ac:graphicFrameMkLst>
            <pc:docMk/>
            <pc:sldMk cId="284757410" sldId="287"/>
            <ac:graphicFrameMk id="2" creationId="{550A4D94-3FF2-CE4D-A5E2-EF12E23AAE41}"/>
          </ac:graphicFrameMkLst>
        </pc:graphicFrameChg>
        <pc:picChg chg="add mod">
          <ac:chgData name="수영 김" userId="78f2ecea5f65f696" providerId="LiveId" clId="{C4DF56EA-FBDE-4933-A3B7-CC54E7493825}" dt="2023-11-23T00:20:52.742" v="825" actId="1076"/>
          <ac:picMkLst>
            <pc:docMk/>
            <pc:sldMk cId="284757410" sldId="287"/>
            <ac:picMk id="2050" creationId="{93500A86-DB8B-E65A-09C8-EC8033C86EC0}"/>
          </ac:picMkLst>
        </pc:picChg>
        <pc:picChg chg="add mod">
          <ac:chgData name="수영 김" userId="78f2ecea5f65f696" providerId="LiveId" clId="{C4DF56EA-FBDE-4933-A3B7-CC54E7493825}" dt="2023-11-23T00:19:42.351" v="798" actId="1076"/>
          <ac:picMkLst>
            <pc:docMk/>
            <pc:sldMk cId="284757410" sldId="287"/>
            <ac:picMk id="2052" creationId="{902AE227-41A5-C04D-0725-BB89019E511E}"/>
          </ac:picMkLst>
        </pc:picChg>
        <pc:picChg chg="add del mod">
          <ac:chgData name="수영 김" userId="78f2ecea5f65f696" providerId="LiveId" clId="{C4DF56EA-FBDE-4933-A3B7-CC54E7493825}" dt="2023-11-23T00:18:19.177" v="745" actId="478"/>
          <ac:picMkLst>
            <pc:docMk/>
            <pc:sldMk cId="284757410" sldId="287"/>
            <ac:picMk id="2056" creationId="{612238AB-3438-CD88-5785-F9568D81F79C}"/>
          </ac:picMkLst>
        </pc:picChg>
        <pc:picChg chg="add mod">
          <ac:chgData name="수영 김" userId="78f2ecea5f65f696" providerId="LiveId" clId="{C4DF56EA-FBDE-4933-A3B7-CC54E7493825}" dt="2023-11-23T00:19:46.469" v="799" actId="1076"/>
          <ac:picMkLst>
            <pc:docMk/>
            <pc:sldMk cId="284757410" sldId="287"/>
            <ac:picMk id="2058" creationId="{2C607C09-A77B-A5D7-78A8-DEFD5B62DA53}"/>
          </ac:picMkLst>
        </pc:picChg>
        <pc:picChg chg="add del mod">
          <ac:chgData name="수영 김" userId="78f2ecea5f65f696" providerId="LiveId" clId="{C4DF56EA-FBDE-4933-A3B7-CC54E7493825}" dt="2023-11-23T00:21:09.751" v="841" actId="478"/>
          <ac:picMkLst>
            <pc:docMk/>
            <pc:sldMk cId="284757410" sldId="287"/>
            <ac:picMk id="2060" creationId="{9F5A1E2B-64C5-0A4F-2BC3-466C28DD61BC}"/>
          </ac:picMkLst>
        </pc:picChg>
        <pc:picChg chg="add mod">
          <ac:chgData name="수영 김" userId="78f2ecea5f65f696" providerId="LiveId" clId="{C4DF56EA-FBDE-4933-A3B7-CC54E7493825}" dt="2023-11-23T00:21:24.170" v="847" actId="1076"/>
          <ac:picMkLst>
            <pc:docMk/>
            <pc:sldMk cId="284757410" sldId="287"/>
            <ac:picMk id="2062" creationId="{42894467-8BCF-5FD4-2325-2470E6499476}"/>
          </ac:picMkLst>
        </pc:picChg>
        <pc:picChg chg="add del">
          <ac:chgData name="수영 김" userId="78f2ecea5f65f696" providerId="LiveId" clId="{C4DF56EA-FBDE-4933-A3B7-CC54E7493825}" dt="2023-11-23T00:22:09.030" v="850"/>
          <ac:picMkLst>
            <pc:docMk/>
            <pc:sldMk cId="284757410" sldId="287"/>
            <ac:picMk id="2064" creationId="{C612D40D-56EF-294F-32B4-EA5F2F23E3CF}"/>
          </ac:picMkLst>
        </pc:picChg>
        <pc:picChg chg="add mod">
          <ac:chgData name="수영 김" userId="78f2ecea5f65f696" providerId="LiveId" clId="{C4DF56EA-FBDE-4933-A3B7-CC54E7493825}" dt="2023-11-23T00:23:15.240" v="865" actId="14100"/>
          <ac:picMkLst>
            <pc:docMk/>
            <pc:sldMk cId="284757410" sldId="287"/>
            <ac:picMk id="2066" creationId="{0E92607F-AEC3-4EDC-00BE-2C59F30A9E07}"/>
          </ac:picMkLst>
        </pc:picChg>
        <pc:picChg chg="add mod">
          <ac:chgData name="수영 김" userId="78f2ecea5f65f696" providerId="LiveId" clId="{C4DF56EA-FBDE-4933-A3B7-CC54E7493825}" dt="2023-11-23T00:23:49.689" v="884" actId="1076"/>
          <ac:picMkLst>
            <pc:docMk/>
            <pc:sldMk cId="284757410" sldId="287"/>
            <ac:picMk id="2068" creationId="{C4B37C0C-0130-CD74-3567-EC1BCC59A8FF}"/>
          </ac:picMkLst>
        </pc:picChg>
      </pc:sldChg>
      <pc:sldChg chg="addSp modSp new mod">
        <pc:chgData name="수영 김" userId="78f2ecea5f65f696" providerId="LiveId" clId="{C4DF56EA-FBDE-4933-A3B7-CC54E7493825}" dt="2023-11-23T00:59:17.701" v="3343" actId="20577"/>
        <pc:sldMkLst>
          <pc:docMk/>
          <pc:sldMk cId="2001338273" sldId="288"/>
        </pc:sldMkLst>
        <pc:spChg chg="add mod">
          <ac:chgData name="수영 김" userId="78f2ecea5f65f696" providerId="LiveId" clId="{C4DF56EA-FBDE-4933-A3B7-CC54E7493825}" dt="2023-11-23T00:25:14.346" v="919" actId="20577"/>
          <ac:spMkLst>
            <pc:docMk/>
            <pc:sldMk cId="2001338273" sldId="288"/>
            <ac:spMk id="3" creationId="{A00465B7-C657-CFA7-CFB5-ADC2EB90AC54}"/>
          </ac:spMkLst>
        </pc:spChg>
        <pc:spChg chg="add mod">
          <ac:chgData name="수영 김" userId="78f2ecea5f65f696" providerId="LiveId" clId="{C4DF56EA-FBDE-4933-A3B7-CC54E7493825}" dt="2023-11-23T00:59:17.701" v="3343" actId="20577"/>
          <ac:spMkLst>
            <pc:docMk/>
            <pc:sldMk cId="2001338273" sldId="288"/>
            <ac:spMk id="4" creationId="{E221DD5E-5C7A-6111-4FD4-8BD3089FE698}"/>
          </ac:spMkLst>
        </pc:spChg>
        <pc:spChg chg="add mod">
          <ac:chgData name="수영 김" userId="78f2ecea5f65f696" providerId="LiveId" clId="{C4DF56EA-FBDE-4933-A3B7-CC54E7493825}" dt="2023-11-23T00:30:16.904" v="1154" actId="20577"/>
          <ac:spMkLst>
            <pc:docMk/>
            <pc:sldMk cId="2001338273" sldId="288"/>
            <ac:spMk id="5" creationId="{ED33F9A7-D069-85EA-A34F-93C59D718D82}"/>
          </ac:spMkLst>
        </pc:spChg>
        <pc:spChg chg="add mod">
          <ac:chgData name="수영 김" userId="78f2ecea5f65f696" providerId="LiveId" clId="{C4DF56EA-FBDE-4933-A3B7-CC54E7493825}" dt="2023-11-23T00:32:10.940" v="1324" actId="1076"/>
          <ac:spMkLst>
            <pc:docMk/>
            <pc:sldMk cId="2001338273" sldId="288"/>
            <ac:spMk id="6" creationId="{C5935996-DC0F-6CAE-28C2-AE63CE36D0F7}"/>
          </ac:spMkLst>
        </pc:spChg>
        <pc:spChg chg="add mod">
          <ac:chgData name="수영 김" userId="78f2ecea5f65f696" providerId="LiveId" clId="{C4DF56EA-FBDE-4933-A3B7-CC54E7493825}" dt="2023-11-23T00:32:10.940" v="1324" actId="1076"/>
          <ac:spMkLst>
            <pc:docMk/>
            <pc:sldMk cId="2001338273" sldId="288"/>
            <ac:spMk id="7" creationId="{51607D6D-5C96-38CE-4BBB-165AAA869613}"/>
          </ac:spMkLst>
        </pc:spChg>
        <pc:graphicFrameChg chg="add mod">
          <ac:chgData name="수영 김" userId="78f2ecea5f65f696" providerId="LiveId" clId="{C4DF56EA-FBDE-4933-A3B7-CC54E7493825}" dt="2023-11-23T00:25:09.650" v="900"/>
          <ac:graphicFrameMkLst>
            <pc:docMk/>
            <pc:sldMk cId="2001338273" sldId="288"/>
            <ac:graphicFrameMk id="2" creationId="{A148D9FD-151A-BAB1-1151-AEEE7240259E}"/>
          </ac:graphicFrameMkLst>
        </pc:graphicFrameChg>
        <pc:picChg chg="add mod">
          <ac:chgData name="수영 김" userId="78f2ecea5f65f696" providerId="LiveId" clId="{C4DF56EA-FBDE-4933-A3B7-CC54E7493825}" dt="2023-11-23T00:27:47.967" v="922" actId="1076"/>
          <ac:picMkLst>
            <pc:docMk/>
            <pc:sldMk cId="2001338273" sldId="288"/>
            <ac:picMk id="3074" creationId="{F0110772-FB66-BC66-5D60-BE87ECA84E9E}"/>
          </ac:picMkLst>
        </pc:picChg>
        <pc:picChg chg="add mod">
          <ac:chgData name="수영 김" userId="78f2ecea5f65f696" providerId="LiveId" clId="{C4DF56EA-FBDE-4933-A3B7-CC54E7493825}" dt="2023-11-23T00:29:55.598" v="1084" actId="1076"/>
          <ac:picMkLst>
            <pc:docMk/>
            <pc:sldMk cId="2001338273" sldId="288"/>
            <ac:picMk id="3076" creationId="{543FA689-82FD-EEEF-ADD5-1B16EFBB039A}"/>
          </ac:picMkLst>
        </pc:picChg>
        <pc:picChg chg="add mod">
          <ac:chgData name="수영 김" userId="78f2ecea5f65f696" providerId="LiveId" clId="{C4DF56EA-FBDE-4933-A3B7-CC54E7493825}" dt="2023-11-23T00:32:10.940" v="1324" actId="1076"/>
          <ac:picMkLst>
            <pc:docMk/>
            <pc:sldMk cId="2001338273" sldId="288"/>
            <ac:picMk id="3078" creationId="{051A343D-4F16-734D-510E-E6E76655783D}"/>
          </ac:picMkLst>
        </pc:picChg>
        <pc:picChg chg="add mod">
          <ac:chgData name="수영 김" userId="78f2ecea5f65f696" providerId="LiveId" clId="{C4DF56EA-FBDE-4933-A3B7-CC54E7493825}" dt="2023-11-23T00:32:10.940" v="1324" actId="1076"/>
          <ac:picMkLst>
            <pc:docMk/>
            <pc:sldMk cId="2001338273" sldId="288"/>
            <ac:picMk id="3080" creationId="{4B550512-DED8-2C14-AA6E-2A38FEB98629}"/>
          </ac:picMkLst>
        </pc:picChg>
      </pc:sldChg>
      <pc:sldChg chg="addSp delSp modSp new del mod">
        <pc:chgData name="수영 김" userId="78f2ecea5f65f696" providerId="LiveId" clId="{C4DF56EA-FBDE-4933-A3B7-CC54E7493825}" dt="2023-11-23T00:32:42.929" v="1331" actId="47"/>
        <pc:sldMkLst>
          <pc:docMk/>
          <pc:sldMk cId="2276038283" sldId="289"/>
        </pc:sldMkLst>
        <pc:spChg chg="add mod">
          <ac:chgData name="수영 김" userId="78f2ecea5f65f696" providerId="LiveId" clId="{C4DF56EA-FBDE-4933-A3B7-CC54E7493825}" dt="2023-11-23T00:32:27.048" v="1326"/>
          <ac:spMkLst>
            <pc:docMk/>
            <pc:sldMk cId="2276038283" sldId="289"/>
            <ac:spMk id="3" creationId="{086D4EF7-3B43-3F28-A364-A2068C7884D0}"/>
          </ac:spMkLst>
        </pc:spChg>
        <pc:spChg chg="add del mod">
          <ac:chgData name="수영 김" userId="78f2ecea5f65f696" providerId="LiveId" clId="{C4DF56EA-FBDE-4933-A3B7-CC54E7493825}" dt="2023-11-23T00:32:40.819" v="1329" actId="478"/>
          <ac:spMkLst>
            <pc:docMk/>
            <pc:sldMk cId="2276038283" sldId="289"/>
            <ac:spMk id="5" creationId="{84CB2F63-C94C-377A-F552-ECA91D5B4320}"/>
          </ac:spMkLst>
        </pc:spChg>
        <pc:graphicFrameChg chg="add mod">
          <ac:chgData name="수영 김" userId="78f2ecea5f65f696" providerId="LiveId" clId="{C4DF56EA-FBDE-4933-A3B7-CC54E7493825}" dt="2023-11-23T00:32:27.048" v="1326"/>
          <ac:graphicFrameMkLst>
            <pc:docMk/>
            <pc:sldMk cId="2276038283" sldId="289"/>
            <ac:graphicFrameMk id="2" creationId="{D900E57A-C178-4C95-FB5C-B491EBE20C9B}"/>
          </ac:graphicFrameMkLst>
        </pc:graphicFrameChg>
        <pc:picChg chg="add del mod">
          <ac:chgData name="수영 김" userId="78f2ecea5f65f696" providerId="LiveId" clId="{C4DF56EA-FBDE-4933-A3B7-CC54E7493825}" dt="2023-11-23T00:32:41.350" v="1330" actId="478"/>
          <ac:picMkLst>
            <pc:docMk/>
            <pc:sldMk cId="2276038283" sldId="289"/>
            <ac:picMk id="4" creationId="{094DF75F-BDC5-971D-6558-22AB9A9C0A16}"/>
          </ac:picMkLst>
        </pc:picChg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4073383751" sldId="289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2253272497" sldId="290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969687718" sldId="292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1450991977" sldId="293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3760514405" sldId="294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3321957542" sldId="296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1534133061" sldId="297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3031195124" sldId="298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191589816" sldId="299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2149278895" sldId="300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944987146" sldId="301"/>
        </pc:sldMkLst>
      </pc:sldChg>
      <pc:sldChg chg="add">
        <pc:chgData name="수영 김" userId="78f2ecea5f65f696" providerId="LiveId" clId="{C4DF56EA-FBDE-4933-A3B7-CC54E7493825}" dt="2023-11-23T00:33:57.859" v="1332"/>
        <pc:sldMkLst>
          <pc:docMk/>
          <pc:sldMk cId="69217790" sldId="302"/>
        </pc:sldMkLst>
      </pc:sldChg>
      <pc:sldChg chg="new del">
        <pc:chgData name="수영 김" userId="78f2ecea5f65f696" providerId="LiveId" clId="{C4DF56EA-FBDE-4933-A3B7-CC54E7493825}" dt="2023-11-23T00:34:57.528" v="1335" actId="47"/>
        <pc:sldMkLst>
          <pc:docMk/>
          <pc:sldMk cId="3718916618" sldId="303"/>
        </pc:sldMkLst>
      </pc:sldChg>
      <pc:sldChg chg="addSp delSp modSp add mod">
        <pc:chgData name="수영 김" userId="78f2ecea5f65f696" providerId="LiveId" clId="{C4DF56EA-FBDE-4933-A3B7-CC54E7493825}" dt="2023-11-23T00:35:21.818" v="1353" actId="20577"/>
        <pc:sldMkLst>
          <pc:docMk/>
          <pc:sldMk cId="2925093425" sldId="304"/>
        </pc:sldMkLst>
        <pc:spChg chg="add del mod">
          <ac:chgData name="수영 김" userId="78f2ecea5f65f696" providerId="LiveId" clId="{C4DF56EA-FBDE-4933-A3B7-CC54E7493825}" dt="2023-11-23T00:35:15.331" v="1337" actId="478"/>
          <ac:spMkLst>
            <pc:docMk/>
            <pc:sldMk cId="2925093425" sldId="304"/>
            <ac:spMk id="2" creationId="{D67740EA-F576-96E6-B736-ED11EF5E48B7}"/>
          </ac:spMkLst>
        </pc:spChg>
        <pc:spChg chg="mod">
          <ac:chgData name="수영 김" userId="78f2ecea5f65f696" providerId="LiveId" clId="{C4DF56EA-FBDE-4933-A3B7-CC54E7493825}" dt="2023-11-23T00:35:21.818" v="1353" actId="20577"/>
          <ac:spMkLst>
            <pc:docMk/>
            <pc:sldMk cId="2925093425" sldId="304"/>
            <ac:spMk id="13" creationId="{8CE9A4E7-01F5-7886-9612-024CF07A8E14}"/>
          </ac:spMkLst>
        </pc:spChg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3366858427" sldId="305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0" sldId="306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3528234525" sldId="307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4224704023" sldId="308"/>
        </pc:sldMkLst>
      </pc:sldChg>
      <pc:sldChg chg="modSp add mod">
        <pc:chgData name="수영 김" userId="78f2ecea5f65f696" providerId="LiveId" clId="{C4DF56EA-FBDE-4933-A3B7-CC54E7493825}" dt="2023-11-23T01:00:23.871" v="3346" actId="1076"/>
        <pc:sldMkLst>
          <pc:docMk/>
          <pc:sldMk cId="1140887603" sldId="309"/>
        </pc:sldMkLst>
        <pc:spChg chg="mod">
          <ac:chgData name="수영 김" userId="78f2ecea5f65f696" providerId="LiveId" clId="{C4DF56EA-FBDE-4933-A3B7-CC54E7493825}" dt="2023-11-23T01:00:23.871" v="3346" actId="1076"/>
          <ac:spMkLst>
            <pc:docMk/>
            <pc:sldMk cId="1140887603" sldId="309"/>
            <ac:spMk id="13" creationId="{8CE9A4E7-01F5-7886-9612-024CF07A8E14}"/>
          </ac:spMkLst>
        </pc:spChg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3154479708" sldId="310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1632162100" sldId="311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2733283228" sldId="312"/>
        </pc:sldMkLst>
      </pc:sldChg>
      <pc:sldChg chg="modSp add mod">
        <pc:chgData name="수영 김" userId="78f2ecea5f65f696" providerId="LiveId" clId="{C4DF56EA-FBDE-4933-A3B7-CC54E7493825}" dt="2023-11-23T00:38:35.561" v="1555" actId="1076"/>
        <pc:sldMkLst>
          <pc:docMk/>
          <pc:sldMk cId="2707564675" sldId="313"/>
        </pc:sldMkLst>
        <pc:spChg chg="mod">
          <ac:chgData name="수영 김" userId="78f2ecea5f65f696" providerId="LiveId" clId="{C4DF56EA-FBDE-4933-A3B7-CC54E7493825}" dt="2023-11-23T00:38:35.561" v="1555" actId="1076"/>
          <ac:spMkLst>
            <pc:docMk/>
            <pc:sldMk cId="2707564675" sldId="313"/>
            <ac:spMk id="13" creationId="{8CE9A4E7-01F5-7886-9612-024CF07A8E14}"/>
          </ac:spMkLst>
        </pc:spChg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3115732974" sldId="314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385594891" sldId="315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1881035709" sldId="316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0" sldId="317"/>
        </pc:sldMkLst>
      </pc:sldChg>
      <pc:sldChg chg="add">
        <pc:chgData name="수영 김" userId="78f2ecea5f65f696" providerId="LiveId" clId="{C4DF56EA-FBDE-4933-A3B7-CC54E7493825}" dt="2023-11-23T00:35:41.497" v="1354"/>
        <pc:sldMkLst>
          <pc:docMk/>
          <pc:sldMk cId="913931784" sldId="318"/>
        </pc:sldMkLst>
      </pc:sldChg>
      <pc:sldChg chg="add del">
        <pc:chgData name="수영 김" userId="78f2ecea5f65f696" providerId="LiveId" clId="{C4DF56EA-FBDE-4933-A3B7-CC54E7493825}" dt="2023-11-23T00:52:58.660" v="2479" actId="47"/>
        <pc:sldMkLst>
          <pc:docMk/>
          <pc:sldMk cId="1874003721" sldId="319"/>
        </pc:sldMkLst>
      </pc:sldChg>
      <pc:sldChg chg="modSp add mod">
        <pc:chgData name="수영 김" userId="78f2ecea5f65f696" providerId="LiveId" clId="{C4DF56EA-FBDE-4933-A3B7-CC54E7493825}" dt="2023-11-23T00:36:05.659" v="1406" actId="20577"/>
        <pc:sldMkLst>
          <pc:docMk/>
          <pc:sldMk cId="3493766621" sldId="320"/>
        </pc:sldMkLst>
        <pc:spChg chg="mod">
          <ac:chgData name="수영 김" userId="78f2ecea5f65f696" providerId="LiveId" clId="{C4DF56EA-FBDE-4933-A3B7-CC54E7493825}" dt="2023-11-23T00:36:05.659" v="1406" actId="20577"/>
          <ac:spMkLst>
            <pc:docMk/>
            <pc:sldMk cId="3493766621" sldId="320"/>
            <ac:spMk id="13" creationId="{8CE9A4E7-01F5-7886-9612-024CF07A8E14}"/>
          </ac:spMkLst>
        </pc:spChg>
      </pc:sldChg>
      <pc:sldChg chg="modSp add mod">
        <pc:chgData name="수영 김" userId="78f2ecea5f65f696" providerId="LiveId" clId="{C4DF56EA-FBDE-4933-A3B7-CC54E7493825}" dt="2023-11-23T00:37:41.210" v="1548" actId="20577"/>
        <pc:sldMkLst>
          <pc:docMk/>
          <pc:sldMk cId="780975703" sldId="321"/>
        </pc:sldMkLst>
        <pc:spChg chg="mod">
          <ac:chgData name="수영 김" userId="78f2ecea5f65f696" providerId="LiveId" clId="{C4DF56EA-FBDE-4933-A3B7-CC54E7493825}" dt="2023-11-23T00:37:41.210" v="1548" actId="20577"/>
          <ac:spMkLst>
            <pc:docMk/>
            <pc:sldMk cId="780975703" sldId="321"/>
            <ac:spMk id="13" creationId="{8CE9A4E7-01F5-7886-9612-024CF07A8E14}"/>
          </ac:spMkLst>
        </pc:spChg>
      </pc:sldChg>
      <pc:sldChg chg="modSp add mod">
        <pc:chgData name="수영 김" userId="78f2ecea5f65f696" providerId="LiveId" clId="{C4DF56EA-FBDE-4933-A3B7-CC54E7493825}" dt="2023-11-23T00:41:12.910" v="1613" actId="20577"/>
        <pc:sldMkLst>
          <pc:docMk/>
          <pc:sldMk cId="3441083492" sldId="322"/>
        </pc:sldMkLst>
        <pc:spChg chg="mod">
          <ac:chgData name="수영 김" userId="78f2ecea5f65f696" providerId="LiveId" clId="{C4DF56EA-FBDE-4933-A3B7-CC54E7493825}" dt="2023-11-23T00:41:12.910" v="1613" actId="20577"/>
          <ac:spMkLst>
            <pc:docMk/>
            <pc:sldMk cId="3441083492" sldId="322"/>
            <ac:spMk id="13" creationId="{8CE9A4E7-01F5-7886-9612-024CF07A8E14}"/>
          </ac:spMkLst>
        </pc:spChg>
      </pc:sldChg>
      <pc:sldChg chg="new del">
        <pc:chgData name="수영 김" userId="78f2ecea5f65f696" providerId="LiveId" clId="{C4DF56EA-FBDE-4933-A3B7-CC54E7493825}" dt="2023-11-23T00:41:18.317" v="1615" actId="47"/>
        <pc:sldMkLst>
          <pc:docMk/>
          <pc:sldMk cId="398864634" sldId="323"/>
        </pc:sldMkLst>
      </pc:sldChg>
      <pc:sldChg chg="add">
        <pc:chgData name="수영 김" userId="78f2ecea5f65f696" providerId="LiveId" clId="{C4DF56EA-FBDE-4933-A3B7-CC54E7493825}" dt="2023-11-23T00:41:21.271" v="1616"/>
        <pc:sldMkLst>
          <pc:docMk/>
          <pc:sldMk cId="662813817" sldId="323"/>
        </pc:sldMkLst>
      </pc:sldChg>
      <pc:sldChg chg="new del">
        <pc:chgData name="수영 김" userId="78f2ecea5f65f696" providerId="LiveId" clId="{C4DF56EA-FBDE-4933-A3B7-CC54E7493825}" dt="2023-11-23T00:41:30.118" v="1620" actId="47"/>
        <pc:sldMkLst>
          <pc:docMk/>
          <pc:sldMk cId="1431513672" sldId="324"/>
        </pc:sldMkLst>
      </pc:sldChg>
      <pc:sldChg chg="modSp add del mod">
        <pc:chgData name="수영 김" userId="78f2ecea5f65f696" providerId="LiveId" clId="{C4DF56EA-FBDE-4933-A3B7-CC54E7493825}" dt="2023-11-23T01:00:35.682" v="3347" actId="47"/>
        <pc:sldMkLst>
          <pc:docMk/>
          <pc:sldMk cId="1872451263" sldId="324"/>
        </pc:sldMkLst>
        <pc:spChg chg="mod">
          <ac:chgData name="수영 김" userId="78f2ecea5f65f696" providerId="LiveId" clId="{C4DF56EA-FBDE-4933-A3B7-CC54E7493825}" dt="2023-11-23T00:53:04.987" v="2480" actId="255"/>
          <ac:spMkLst>
            <pc:docMk/>
            <pc:sldMk cId="1872451263" sldId="324"/>
            <ac:spMk id="7" creationId="{979E7A0F-4219-6DCF-3EE8-76F1393D90C6}"/>
          </ac:spMkLst>
        </pc:spChg>
      </pc:sldChg>
      <pc:sldChg chg="modSp add mod">
        <pc:chgData name="수영 김" userId="78f2ecea5f65f696" providerId="LiveId" clId="{C4DF56EA-FBDE-4933-A3B7-CC54E7493825}" dt="2023-11-23T00:46:03.817" v="2225" actId="207"/>
        <pc:sldMkLst>
          <pc:docMk/>
          <pc:sldMk cId="479378371" sldId="325"/>
        </pc:sldMkLst>
        <pc:spChg chg="mod">
          <ac:chgData name="수영 김" userId="78f2ecea5f65f696" providerId="LiveId" clId="{C4DF56EA-FBDE-4933-A3B7-CC54E7493825}" dt="2023-11-23T00:42:45.387" v="1697" actId="20577"/>
          <ac:spMkLst>
            <pc:docMk/>
            <pc:sldMk cId="479378371" sldId="325"/>
            <ac:spMk id="3" creationId="{A00465B7-C657-CFA7-CFB5-ADC2EB90AC54}"/>
          </ac:spMkLst>
        </pc:spChg>
        <pc:spChg chg="mod">
          <ac:chgData name="수영 김" userId="78f2ecea5f65f696" providerId="LiveId" clId="{C4DF56EA-FBDE-4933-A3B7-CC54E7493825}" dt="2023-11-23T00:45:06.369" v="2180" actId="122"/>
          <ac:spMkLst>
            <pc:docMk/>
            <pc:sldMk cId="479378371" sldId="325"/>
            <ac:spMk id="4" creationId="{E221DD5E-5C7A-6111-4FD4-8BD3089FE698}"/>
          </ac:spMkLst>
        </pc:spChg>
        <pc:spChg chg="mod">
          <ac:chgData name="수영 김" userId="78f2ecea5f65f696" providerId="LiveId" clId="{C4DF56EA-FBDE-4933-A3B7-CC54E7493825}" dt="2023-11-23T00:45:23.265" v="2206" actId="6549"/>
          <ac:spMkLst>
            <pc:docMk/>
            <pc:sldMk cId="479378371" sldId="325"/>
            <ac:spMk id="5" creationId="{ED33F9A7-D069-85EA-A34F-93C59D718D82}"/>
          </ac:spMkLst>
        </pc:spChg>
        <pc:spChg chg="mod">
          <ac:chgData name="수영 김" userId="78f2ecea5f65f696" providerId="LiveId" clId="{C4DF56EA-FBDE-4933-A3B7-CC54E7493825}" dt="2023-11-23T00:45:27.417" v="2209" actId="122"/>
          <ac:spMkLst>
            <pc:docMk/>
            <pc:sldMk cId="479378371" sldId="325"/>
            <ac:spMk id="6" creationId="{C5935996-DC0F-6CAE-28C2-AE63CE36D0F7}"/>
          </ac:spMkLst>
        </pc:spChg>
        <pc:spChg chg="mod">
          <ac:chgData name="수영 김" userId="78f2ecea5f65f696" providerId="LiveId" clId="{C4DF56EA-FBDE-4933-A3B7-CC54E7493825}" dt="2023-11-23T00:45:41.282" v="2222" actId="20577"/>
          <ac:spMkLst>
            <pc:docMk/>
            <pc:sldMk cId="479378371" sldId="325"/>
            <ac:spMk id="7" creationId="{51607D6D-5C96-38CE-4BBB-165AAA869613}"/>
          </ac:spMkLst>
        </pc:spChg>
        <pc:graphicFrameChg chg="modGraphic">
          <ac:chgData name="수영 김" userId="78f2ecea5f65f696" providerId="LiveId" clId="{C4DF56EA-FBDE-4933-A3B7-CC54E7493825}" dt="2023-11-23T00:46:03.817" v="2225" actId="207"/>
          <ac:graphicFrameMkLst>
            <pc:docMk/>
            <pc:sldMk cId="479378371" sldId="325"/>
            <ac:graphicFrameMk id="2" creationId="{A148D9FD-151A-BAB1-1151-AEEE7240259E}"/>
          </ac:graphicFrameMkLst>
        </pc:graphicFrameChg>
      </pc:sldChg>
      <pc:sldChg chg="add del">
        <pc:chgData name="수영 김" userId="78f2ecea5f65f696" providerId="LiveId" clId="{C4DF56EA-FBDE-4933-A3B7-CC54E7493825}" dt="2023-11-23T00:41:28.774" v="1619" actId="47"/>
        <pc:sldMkLst>
          <pc:docMk/>
          <pc:sldMk cId="1872451263" sldId="325"/>
        </pc:sldMkLst>
      </pc:sldChg>
      <pc:sldChg chg="addSp delSp modSp new mod">
        <pc:chgData name="수영 김" userId="78f2ecea5f65f696" providerId="LiveId" clId="{C4DF56EA-FBDE-4933-A3B7-CC54E7493825}" dt="2023-11-23T00:57:22.052" v="3271" actId="20577"/>
        <pc:sldMkLst>
          <pc:docMk/>
          <pc:sldMk cId="243427662" sldId="326"/>
        </pc:sldMkLst>
        <pc:spChg chg="add mod">
          <ac:chgData name="수영 김" userId="78f2ecea5f65f696" providerId="LiveId" clId="{C4DF56EA-FBDE-4933-A3B7-CC54E7493825}" dt="2023-11-23T00:46:17.863" v="2251" actId="20577"/>
          <ac:spMkLst>
            <pc:docMk/>
            <pc:sldMk cId="243427662" sldId="326"/>
            <ac:spMk id="3" creationId="{268A96C1-476B-574C-3A34-709FFB1C24E9}"/>
          </ac:spMkLst>
        </pc:spChg>
        <pc:spChg chg="add del mod">
          <ac:chgData name="수영 김" userId="78f2ecea5f65f696" providerId="LiveId" clId="{C4DF56EA-FBDE-4933-A3B7-CC54E7493825}" dt="2023-11-23T00:48:55.009" v="2346" actId="478"/>
          <ac:spMkLst>
            <pc:docMk/>
            <pc:sldMk cId="243427662" sldId="326"/>
            <ac:spMk id="4" creationId="{A3E907AC-D0AA-461E-E8D5-ED0755F6307A}"/>
          </ac:spMkLst>
        </pc:spChg>
        <pc:spChg chg="add del mod">
          <ac:chgData name="수영 김" userId="78f2ecea5f65f696" providerId="LiveId" clId="{C4DF56EA-FBDE-4933-A3B7-CC54E7493825}" dt="2023-11-23T00:48:52.093" v="2345" actId="478"/>
          <ac:spMkLst>
            <pc:docMk/>
            <pc:sldMk cId="243427662" sldId="326"/>
            <ac:spMk id="5" creationId="{1DBCE856-C7DB-13E2-F0AE-494D6A0D8ADF}"/>
          </ac:spMkLst>
        </pc:spChg>
        <pc:graphicFrameChg chg="add mod">
          <ac:chgData name="수영 김" userId="78f2ecea5f65f696" providerId="LiveId" clId="{C4DF56EA-FBDE-4933-A3B7-CC54E7493825}" dt="2023-11-23T00:46:10.864" v="2226"/>
          <ac:graphicFrameMkLst>
            <pc:docMk/>
            <pc:sldMk cId="243427662" sldId="326"/>
            <ac:graphicFrameMk id="2" creationId="{DE8AD74A-312B-E41A-DA2E-3FC75B88F875}"/>
          </ac:graphicFrameMkLst>
        </pc:graphicFrameChg>
        <pc:graphicFrameChg chg="add mod modGraphic">
          <ac:chgData name="수영 김" userId="78f2ecea5f65f696" providerId="LiveId" clId="{C4DF56EA-FBDE-4933-A3B7-CC54E7493825}" dt="2023-11-23T00:57:22.052" v="3271" actId="20577"/>
          <ac:graphicFrameMkLst>
            <pc:docMk/>
            <pc:sldMk cId="243427662" sldId="326"/>
            <ac:graphicFrameMk id="6" creationId="{42E29626-1FA4-35F3-56EE-6EC3E8F33512}"/>
          </ac:graphicFrameMkLst>
        </pc:graphicFrameChg>
      </pc:sldChg>
      <pc:sldChg chg="addSp modSp new del mod ord">
        <pc:chgData name="수영 김" userId="78f2ecea5f65f696" providerId="LiveId" clId="{C4DF56EA-FBDE-4933-A3B7-CC54E7493825}" dt="2023-11-23T00:45:54.212" v="2223" actId="47"/>
        <pc:sldMkLst>
          <pc:docMk/>
          <pc:sldMk cId="2905383014" sldId="326"/>
        </pc:sldMkLst>
        <pc:spChg chg="add mod">
          <ac:chgData name="수영 김" userId="78f2ecea5f65f696" providerId="LiveId" clId="{C4DF56EA-FBDE-4933-A3B7-CC54E7493825}" dt="2023-11-23T00:42:23.599" v="1670" actId="20577"/>
          <ac:spMkLst>
            <pc:docMk/>
            <pc:sldMk cId="2905383014" sldId="326"/>
            <ac:spMk id="3" creationId="{2718B7AD-9C83-CA11-01CA-0C9CDEA01C05}"/>
          </ac:spMkLst>
        </pc:spChg>
        <pc:graphicFrameChg chg="add mod">
          <ac:chgData name="수영 김" userId="78f2ecea5f65f696" providerId="LiveId" clId="{C4DF56EA-FBDE-4933-A3B7-CC54E7493825}" dt="2023-11-23T00:42:19.438" v="1643"/>
          <ac:graphicFrameMkLst>
            <pc:docMk/>
            <pc:sldMk cId="2905383014" sldId="326"/>
            <ac:graphicFrameMk id="2" creationId="{922B7BDF-0BDC-2F4F-36ED-FE7E18FCC6D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015177-00E3-42B4-9A80-2C6E42C8954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3CA8C4-E9C1-4C83-B717-87B32877ED7B}">
      <dgm:prSet custT="1"/>
      <dgm:spPr/>
      <dgm:t>
        <a:bodyPr/>
        <a:lstStyle/>
        <a:p>
          <a:r>
            <a:rPr lang="ko-KR" altLang="en-US" sz="3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개발 목적</a:t>
          </a:r>
          <a:endParaRPr lang="en-US" sz="3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gm:t>
    </dgm:pt>
    <dgm:pt modelId="{A5B431AC-B6E2-499C-A7F1-89D632F8CF52}" type="parTrans" cxnId="{BBD8F8BC-804C-4C5A-9D91-16917CB01686}">
      <dgm:prSet/>
      <dgm:spPr/>
      <dgm:t>
        <a:bodyPr/>
        <a:lstStyle/>
        <a:p>
          <a:endParaRPr lang="en-US"/>
        </a:p>
      </dgm:t>
    </dgm:pt>
    <dgm:pt modelId="{F9B07B43-E777-4A9A-A1DA-11214B9497E5}" type="sibTrans" cxnId="{BBD8F8BC-804C-4C5A-9D91-16917CB01686}">
      <dgm:prSet/>
      <dgm:spPr/>
      <dgm:t>
        <a:bodyPr/>
        <a:lstStyle/>
        <a:p>
          <a:endParaRPr lang="en-US"/>
        </a:p>
      </dgm:t>
    </dgm:pt>
    <dgm:pt modelId="{6B6662EA-B4D8-45D3-A7ED-DDF480C333FA}">
      <dgm:prSet custT="1"/>
      <dgm:spPr/>
      <dgm:t>
        <a:bodyPr/>
        <a:lstStyle/>
        <a:p>
          <a:r>
            <a:rPr lang="ko-KR" altLang="en-US" sz="3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문제 분석</a:t>
          </a:r>
          <a:endParaRPr lang="en-US" sz="3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gm:t>
    </dgm:pt>
    <dgm:pt modelId="{B6FF14CF-6D02-42C3-8981-5D314322E533}" type="parTrans" cxnId="{2D276AAD-F4C9-480B-A561-5C3FCA3E1662}">
      <dgm:prSet/>
      <dgm:spPr/>
      <dgm:t>
        <a:bodyPr/>
        <a:lstStyle/>
        <a:p>
          <a:endParaRPr lang="en-US"/>
        </a:p>
      </dgm:t>
    </dgm:pt>
    <dgm:pt modelId="{40062CCB-D33B-42EE-8C76-FE5C2C7E8863}" type="sibTrans" cxnId="{2D276AAD-F4C9-480B-A561-5C3FCA3E1662}">
      <dgm:prSet/>
      <dgm:spPr/>
      <dgm:t>
        <a:bodyPr/>
        <a:lstStyle/>
        <a:p>
          <a:endParaRPr lang="en-US"/>
        </a:p>
      </dgm:t>
    </dgm:pt>
    <dgm:pt modelId="{941D4C3D-3E31-4B4A-8B04-54EE33E69386}">
      <dgm:prSet custT="1"/>
      <dgm:spPr/>
      <dgm:t>
        <a:bodyPr/>
        <a:lstStyle/>
        <a:p>
          <a:r>
            <a:rPr lang="ko-KR" sz="3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코드 소개</a:t>
          </a:r>
          <a:endParaRPr lang="en-US" sz="3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gm:t>
    </dgm:pt>
    <dgm:pt modelId="{F9B2B66D-6533-4AD3-8CFD-264513446AC7}" type="parTrans" cxnId="{1C6CBB9C-F2B8-4FA4-8D8E-619A82B9B4EB}">
      <dgm:prSet/>
      <dgm:spPr/>
      <dgm:t>
        <a:bodyPr/>
        <a:lstStyle/>
        <a:p>
          <a:endParaRPr lang="en-US"/>
        </a:p>
      </dgm:t>
    </dgm:pt>
    <dgm:pt modelId="{34451E27-DC1C-4084-8564-0CB4C88AE463}" type="sibTrans" cxnId="{1C6CBB9C-F2B8-4FA4-8D8E-619A82B9B4EB}">
      <dgm:prSet/>
      <dgm:spPr/>
      <dgm:t>
        <a:bodyPr/>
        <a:lstStyle/>
        <a:p>
          <a:endParaRPr lang="en-US"/>
        </a:p>
      </dgm:t>
    </dgm:pt>
    <dgm:pt modelId="{C2E73AEB-740A-4245-B4F0-06738B4C0120}">
      <dgm:prSet custT="1"/>
      <dgm:spPr/>
      <dgm:t>
        <a:bodyPr/>
        <a:lstStyle/>
        <a:p>
          <a:r>
            <a:rPr lang="ko-KR" sz="3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돌아보기</a:t>
          </a:r>
          <a:endParaRPr lang="en-US" sz="3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gm:t>
    </dgm:pt>
    <dgm:pt modelId="{7F2A63D8-F05C-469C-BEE5-A98373B4EA72}" type="parTrans" cxnId="{AF7E45B1-9B7E-44ED-BD6F-B0AFACF5F4DE}">
      <dgm:prSet/>
      <dgm:spPr/>
      <dgm:t>
        <a:bodyPr/>
        <a:lstStyle/>
        <a:p>
          <a:endParaRPr lang="en-US"/>
        </a:p>
      </dgm:t>
    </dgm:pt>
    <dgm:pt modelId="{929266FA-058A-4FF6-86FF-672E5FEAF58C}" type="sibTrans" cxnId="{AF7E45B1-9B7E-44ED-BD6F-B0AFACF5F4DE}">
      <dgm:prSet/>
      <dgm:spPr/>
      <dgm:t>
        <a:bodyPr/>
        <a:lstStyle/>
        <a:p>
          <a:endParaRPr lang="en-US"/>
        </a:p>
      </dgm:t>
    </dgm:pt>
    <dgm:pt modelId="{4E36B245-87FF-4730-B483-1BF3F2557267}" type="pres">
      <dgm:prSet presAssocID="{52015177-00E3-42B4-9A80-2C6E42C895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232592-4B9B-4D0C-A292-2FD81749FFE9}" type="pres">
      <dgm:prSet presAssocID="{EF3CA8C4-E9C1-4C83-B717-87B32877ED7B}" presName="hierRoot1" presStyleCnt="0"/>
      <dgm:spPr/>
    </dgm:pt>
    <dgm:pt modelId="{4CD63A53-2115-4630-AC12-6EEE612D4871}" type="pres">
      <dgm:prSet presAssocID="{EF3CA8C4-E9C1-4C83-B717-87B32877ED7B}" presName="composite" presStyleCnt="0"/>
      <dgm:spPr/>
    </dgm:pt>
    <dgm:pt modelId="{7C539732-9ED4-43BB-8EB3-3982E55FE7F7}" type="pres">
      <dgm:prSet presAssocID="{EF3CA8C4-E9C1-4C83-B717-87B32877ED7B}" presName="background" presStyleLbl="node0" presStyleIdx="0" presStyleCnt="4"/>
      <dgm:spPr/>
    </dgm:pt>
    <dgm:pt modelId="{80957BD1-4BC4-48FD-87FC-AD61C3B6F219}" type="pres">
      <dgm:prSet presAssocID="{EF3CA8C4-E9C1-4C83-B717-87B32877ED7B}" presName="text" presStyleLbl="fgAcc0" presStyleIdx="0" presStyleCnt="4">
        <dgm:presLayoutVars>
          <dgm:chPref val="3"/>
        </dgm:presLayoutVars>
      </dgm:prSet>
      <dgm:spPr/>
    </dgm:pt>
    <dgm:pt modelId="{A7C567F1-4119-40CA-B547-14E98C9F2678}" type="pres">
      <dgm:prSet presAssocID="{EF3CA8C4-E9C1-4C83-B717-87B32877ED7B}" presName="hierChild2" presStyleCnt="0"/>
      <dgm:spPr/>
    </dgm:pt>
    <dgm:pt modelId="{C2F7EC74-39E5-43B1-8FE1-26B0182FF657}" type="pres">
      <dgm:prSet presAssocID="{6B6662EA-B4D8-45D3-A7ED-DDF480C333FA}" presName="hierRoot1" presStyleCnt="0"/>
      <dgm:spPr/>
    </dgm:pt>
    <dgm:pt modelId="{2248D895-F8E4-4D94-B805-9C34AC654A3D}" type="pres">
      <dgm:prSet presAssocID="{6B6662EA-B4D8-45D3-A7ED-DDF480C333FA}" presName="composite" presStyleCnt="0"/>
      <dgm:spPr/>
    </dgm:pt>
    <dgm:pt modelId="{919438E2-FAE6-4C8C-9B0C-67B79F5B01CF}" type="pres">
      <dgm:prSet presAssocID="{6B6662EA-B4D8-45D3-A7ED-DDF480C333FA}" presName="background" presStyleLbl="node0" presStyleIdx="1" presStyleCnt="4"/>
      <dgm:spPr/>
    </dgm:pt>
    <dgm:pt modelId="{CC82ECB7-C132-458D-BDB2-10D0BE52BA5D}" type="pres">
      <dgm:prSet presAssocID="{6B6662EA-B4D8-45D3-A7ED-DDF480C333FA}" presName="text" presStyleLbl="fgAcc0" presStyleIdx="1" presStyleCnt="4">
        <dgm:presLayoutVars>
          <dgm:chPref val="3"/>
        </dgm:presLayoutVars>
      </dgm:prSet>
      <dgm:spPr/>
    </dgm:pt>
    <dgm:pt modelId="{5841A0EE-389A-4360-B924-B4C1A440A9DB}" type="pres">
      <dgm:prSet presAssocID="{6B6662EA-B4D8-45D3-A7ED-DDF480C333FA}" presName="hierChild2" presStyleCnt="0"/>
      <dgm:spPr/>
    </dgm:pt>
    <dgm:pt modelId="{33857093-C238-4FF9-A1A8-2DD65B6A1107}" type="pres">
      <dgm:prSet presAssocID="{941D4C3D-3E31-4B4A-8B04-54EE33E69386}" presName="hierRoot1" presStyleCnt="0"/>
      <dgm:spPr/>
    </dgm:pt>
    <dgm:pt modelId="{59136795-74B3-4A26-9F0F-3619C46EBA96}" type="pres">
      <dgm:prSet presAssocID="{941D4C3D-3E31-4B4A-8B04-54EE33E69386}" presName="composite" presStyleCnt="0"/>
      <dgm:spPr/>
    </dgm:pt>
    <dgm:pt modelId="{842608EE-D35A-4BFE-8A8E-F35CBE066904}" type="pres">
      <dgm:prSet presAssocID="{941D4C3D-3E31-4B4A-8B04-54EE33E69386}" presName="background" presStyleLbl="node0" presStyleIdx="2" presStyleCnt="4"/>
      <dgm:spPr/>
    </dgm:pt>
    <dgm:pt modelId="{9167E4A6-3974-401E-9527-B47F7D401134}" type="pres">
      <dgm:prSet presAssocID="{941D4C3D-3E31-4B4A-8B04-54EE33E69386}" presName="text" presStyleLbl="fgAcc0" presStyleIdx="2" presStyleCnt="4">
        <dgm:presLayoutVars>
          <dgm:chPref val="3"/>
        </dgm:presLayoutVars>
      </dgm:prSet>
      <dgm:spPr/>
    </dgm:pt>
    <dgm:pt modelId="{07CACE09-47E6-4B02-81D9-3A4336E4F912}" type="pres">
      <dgm:prSet presAssocID="{941D4C3D-3E31-4B4A-8B04-54EE33E69386}" presName="hierChild2" presStyleCnt="0"/>
      <dgm:spPr/>
    </dgm:pt>
    <dgm:pt modelId="{5301813D-458D-4CA2-8BB2-A0EAF5EF1F34}" type="pres">
      <dgm:prSet presAssocID="{C2E73AEB-740A-4245-B4F0-06738B4C0120}" presName="hierRoot1" presStyleCnt="0"/>
      <dgm:spPr/>
    </dgm:pt>
    <dgm:pt modelId="{4302E965-C306-486B-AE09-55DB85BFF2F9}" type="pres">
      <dgm:prSet presAssocID="{C2E73AEB-740A-4245-B4F0-06738B4C0120}" presName="composite" presStyleCnt="0"/>
      <dgm:spPr/>
    </dgm:pt>
    <dgm:pt modelId="{8C388312-C319-4A40-B764-8DFF4CAA0DA5}" type="pres">
      <dgm:prSet presAssocID="{C2E73AEB-740A-4245-B4F0-06738B4C0120}" presName="background" presStyleLbl="node0" presStyleIdx="3" presStyleCnt="4"/>
      <dgm:spPr/>
    </dgm:pt>
    <dgm:pt modelId="{FF0D9212-B0B6-4D67-B6D7-AFC386EFC3DA}" type="pres">
      <dgm:prSet presAssocID="{C2E73AEB-740A-4245-B4F0-06738B4C0120}" presName="text" presStyleLbl="fgAcc0" presStyleIdx="3" presStyleCnt="4">
        <dgm:presLayoutVars>
          <dgm:chPref val="3"/>
        </dgm:presLayoutVars>
      </dgm:prSet>
      <dgm:spPr/>
    </dgm:pt>
    <dgm:pt modelId="{BB9A1933-C895-4B42-A36B-63FA5802EB5B}" type="pres">
      <dgm:prSet presAssocID="{C2E73AEB-740A-4245-B4F0-06738B4C0120}" presName="hierChild2" presStyleCnt="0"/>
      <dgm:spPr/>
    </dgm:pt>
  </dgm:ptLst>
  <dgm:cxnLst>
    <dgm:cxn modelId="{7299F700-9E80-4657-A22B-7076FE25A1DB}" type="presOf" srcId="{941D4C3D-3E31-4B4A-8B04-54EE33E69386}" destId="{9167E4A6-3974-401E-9527-B47F7D401134}" srcOrd="0" destOrd="0" presId="urn:microsoft.com/office/officeart/2005/8/layout/hierarchy1"/>
    <dgm:cxn modelId="{CBEE516B-BD5E-4785-BC71-9E6606778E98}" type="presOf" srcId="{C2E73AEB-740A-4245-B4F0-06738B4C0120}" destId="{FF0D9212-B0B6-4D67-B6D7-AFC386EFC3DA}" srcOrd="0" destOrd="0" presId="urn:microsoft.com/office/officeart/2005/8/layout/hierarchy1"/>
    <dgm:cxn modelId="{6F1D188B-8339-4DA5-BC4A-B59B117C0C76}" type="presOf" srcId="{EF3CA8C4-E9C1-4C83-B717-87B32877ED7B}" destId="{80957BD1-4BC4-48FD-87FC-AD61C3B6F219}" srcOrd="0" destOrd="0" presId="urn:microsoft.com/office/officeart/2005/8/layout/hierarchy1"/>
    <dgm:cxn modelId="{1C6CBB9C-F2B8-4FA4-8D8E-619A82B9B4EB}" srcId="{52015177-00E3-42B4-9A80-2C6E42C89541}" destId="{941D4C3D-3E31-4B4A-8B04-54EE33E69386}" srcOrd="2" destOrd="0" parTransId="{F9B2B66D-6533-4AD3-8CFD-264513446AC7}" sibTransId="{34451E27-DC1C-4084-8564-0CB4C88AE463}"/>
    <dgm:cxn modelId="{2D276AAD-F4C9-480B-A561-5C3FCA3E1662}" srcId="{52015177-00E3-42B4-9A80-2C6E42C89541}" destId="{6B6662EA-B4D8-45D3-A7ED-DDF480C333FA}" srcOrd="1" destOrd="0" parTransId="{B6FF14CF-6D02-42C3-8981-5D314322E533}" sibTransId="{40062CCB-D33B-42EE-8C76-FE5C2C7E8863}"/>
    <dgm:cxn modelId="{AF7E45B1-9B7E-44ED-BD6F-B0AFACF5F4DE}" srcId="{52015177-00E3-42B4-9A80-2C6E42C89541}" destId="{C2E73AEB-740A-4245-B4F0-06738B4C0120}" srcOrd="3" destOrd="0" parTransId="{7F2A63D8-F05C-469C-BEE5-A98373B4EA72}" sibTransId="{929266FA-058A-4FF6-86FF-672E5FEAF58C}"/>
    <dgm:cxn modelId="{BBD8F8BC-804C-4C5A-9D91-16917CB01686}" srcId="{52015177-00E3-42B4-9A80-2C6E42C89541}" destId="{EF3CA8C4-E9C1-4C83-B717-87B32877ED7B}" srcOrd="0" destOrd="0" parTransId="{A5B431AC-B6E2-499C-A7F1-89D632F8CF52}" sibTransId="{F9B07B43-E777-4A9A-A1DA-11214B9497E5}"/>
    <dgm:cxn modelId="{BB4BEECB-E15C-4FC6-8047-432C4A21DAF5}" type="presOf" srcId="{6B6662EA-B4D8-45D3-A7ED-DDF480C333FA}" destId="{CC82ECB7-C132-458D-BDB2-10D0BE52BA5D}" srcOrd="0" destOrd="0" presId="urn:microsoft.com/office/officeart/2005/8/layout/hierarchy1"/>
    <dgm:cxn modelId="{F049F0E2-05B3-4BA6-B2D6-4B62D98BAC4D}" type="presOf" srcId="{52015177-00E3-42B4-9A80-2C6E42C89541}" destId="{4E36B245-87FF-4730-B483-1BF3F2557267}" srcOrd="0" destOrd="0" presId="urn:microsoft.com/office/officeart/2005/8/layout/hierarchy1"/>
    <dgm:cxn modelId="{4C1A4821-974F-4C02-BB8E-CDBC6064BF37}" type="presParOf" srcId="{4E36B245-87FF-4730-B483-1BF3F2557267}" destId="{CB232592-4B9B-4D0C-A292-2FD81749FFE9}" srcOrd="0" destOrd="0" presId="urn:microsoft.com/office/officeart/2005/8/layout/hierarchy1"/>
    <dgm:cxn modelId="{106A1CFA-F71C-4893-BE36-281BE9CBB9EA}" type="presParOf" srcId="{CB232592-4B9B-4D0C-A292-2FD81749FFE9}" destId="{4CD63A53-2115-4630-AC12-6EEE612D4871}" srcOrd="0" destOrd="0" presId="urn:microsoft.com/office/officeart/2005/8/layout/hierarchy1"/>
    <dgm:cxn modelId="{2D88AAA3-67BB-4D87-9F60-D77531460975}" type="presParOf" srcId="{4CD63A53-2115-4630-AC12-6EEE612D4871}" destId="{7C539732-9ED4-43BB-8EB3-3982E55FE7F7}" srcOrd="0" destOrd="0" presId="urn:microsoft.com/office/officeart/2005/8/layout/hierarchy1"/>
    <dgm:cxn modelId="{A9914BBA-15F6-4424-A56A-666230BD3326}" type="presParOf" srcId="{4CD63A53-2115-4630-AC12-6EEE612D4871}" destId="{80957BD1-4BC4-48FD-87FC-AD61C3B6F219}" srcOrd="1" destOrd="0" presId="urn:microsoft.com/office/officeart/2005/8/layout/hierarchy1"/>
    <dgm:cxn modelId="{FAE79615-85C0-4EE4-BEC4-2482C4F303AE}" type="presParOf" srcId="{CB232592-4B9B-4D0C-A292-2FD81749FFE9}" destId="{A7C567F1-4119-40CA-B547-14E98C9F2678}" srcOrd="1" destOrd="0" presId="urn:microsoft.com/office/officeart/2005/8/layout/hierarchy1"/>
    <dgm:cxn modelId="{7089D404-A6AE-40E2-89CC-B3444F0C7A41}" type="presParOf" srcId="{4E36B245-87FF-4730-B483-1BF3F2557267}" destId="{C2F7EC74-39E5-43B1-8FE1-26B0182FF657}" srcOrd="1" destOrd="0" presId="urn:microsoft.com/office/officeart/2005/8/layout/hierarchy1"/>
    <dgm:cxn modelId="{48F424CD-8104-4437-9F94-1C886D85C3B1}" type="presParOf" srcId="{C2F7EC74-39E5-43B1-8FE1-26B0182FF657}" destId="{2248D895-F8E4-4D94-B805-9C34AC654A3D}" srcOrd="0" destOrd="0" presId="urn:microsoft.com/office/officeart/2005/8/layout/hierarchy1"/>
    <dgm:cxn modelId="{3B32D1C7-197C-4AB7-BC2D-1F158D480AFA}" type="presParOf" srcId="{2248D895-F8E4-4D94-B805-9C34AC654A3D}" destId="{919438E2-FAE6-4C8C-9B0C-67B79F5B01CF}" srcOrd="0" destOrd="0" presId="urn:microsoft.com/office/officeart/2005/8/layout/hierarchy1"/>
    <dgm:cxn modelId="{4A38F6B9-BEB9-4ECC-8F40-BCAAB69BBD94}" type="presParOf" srcId="{2248D895-F8E4-4D94-B805-9C34AC654A3D}" destId="{CC82ECB7-C132-458D-BDB2-10D0BE52BA5D}" srcOrd="1" destOrd="0" presId="urn:microsoft.com/office/officeart/2005/8/layout/hierarchy1"/>
    <dgm:cxn modelId="{BDCCA8ED-EAB2-4327-B70D-239DBA8CFAAF}" type="presParOf" srcId="{C2F7EC74-39E5-43B1-8FE1-26B0182FF657}" destId="{5841A0EE-389A-4360-B924-B4C1A440A9DB}" srcOrd="1" destOrd="0" presId="urn:microsoft.com/office/officeart/2005/8/layout/hierarchy1"/>
    <dgm:cxn modelId="{C5797915-CD80-491F-9F11-DC3B16621E4B}" type="presParOf" srcId="{4E36B245-87FF-4730-B483-1BF3F2557267}" destId="{33857093-C238-4FF9-A1A8-2DD65B6A1107}" srcOrd="2" destOrd="0" presId="urn:microsoft.com/office/officeart/2005/8/layout/hierarchy1"/>
    <dgm:cxn modelId="{38FD4A43-A7B5-440C-99B3-1168F670D532}" type="presParOf" srcId="{33857093-C238-4FF9-A1A8-2DD65B6A1107}" destId="{59136795-74B3-4A26-9F0F-3619C46EBA96}" srcOrd="0" destOrd="0" presId="urn:microsoft.com/office/officeart/2005/8/layout/hierarchy1"/>
    <dgm:cxn modelId="{0A3C1B7A-D4DA-47AD-9700-373B65367A9A}" type="presParOf" srcId="{59136795-74B3-4A26-9F0F-3619C46EBA96}" destId="{842608EE-D35A-4BFE-8A8E-F35CBE066904}" srcOrd="0" destOrd="0" presId="urn:microsoft.com/office/officeart/2005/8/layout/hierarchy1"/>
    <dgm:cxn modelId="{E4D56664-A722-4D23-A8C2-7BF8260163A3}" type="presParOf" srcId="{59136795-74B3-4A26-9F0F-3619C46EBA96}" destId="{9167E4A6-3974-401E-9527-B47F7D401134}" srcOrd="1" destOrd="0" presId="urn:microsoft.com/office/officeart/2005/8/layout/hierarchy1"/>
    <dgm:cxn modelId="{C1ECE513-2611-4649-A0E3-DA09D9D20330}" type="presParOf" srcId="{33857093-C238-4FF9-A1A8-2DD65B6A1107}" destId="{07CACE09-47E6-4B02-81D9-3A4336E4F912}" srcOrd="1" destOrd="0" presId="urn:microsoft.com/office/officeart/2005/8/layout/hierarchy1"/>
    <dgm:cxn modelId="{B1D3BB2B-479D-455A-B1F0-A808218DEA3F}" type="presParOf" srcId="{4E36B245-87FF-4730-B483-1BF3F2557267}" destId="{5301813D-458D-4CA2-8BB2-A0EAF5EF1F34}" srcOrd="3" destOrd="0" presId="urn:microsoft.com/office/officeart/2005/8/layout/hierarchy1"/>
    <dgm:cxn modelId="{DFBBA516-D96A-43E5-9F1C-D91313A22B6E}" type="presParOf" srcId="{5301813D-458D-4CA2-8BB2-A0EAF5EF1F34}" destId="{4302E965-C306-486B-AE09-55DB85BFF2F9}" srcOrd="0" destOrd="0" presId="urn:microsoft.com/office/officeart/2005/8/layout/hierarchy1"/>
    <dgm:cxn modelId="{15E7837A-81C8-4ECB-BE1D-2726D490AB4A}" type="presParOf" srcId="{4302E965-C306-486B-AE09-55DB85BFF2F9}" destId="{8C388312-C319-4A40-B764-8DFF4CAA0DA5}" srcOrd="0" destOrd="0" presId="urn:microsoft.com/office/officeart/2005/8/layout/hierarchy1"/>
    <dgm:cxn modelId="{2C6593D7-4C9F-4D9A-8D86-5E763E7BC89A}" type="presParOf" srcId="{4302E965-C306-486B-AE09-55DB85BFF2F9}" destId="{FF0D9212-B0B6-4D67-B6D7-AFC386EFC3DA}" srcOrd="1" destOrd="0" presId="urn:microsoft.com/office/officeart/2005/8/layout/hierarchy1"/>
    <dgm:cxn modelId="{DDC854BA-905A-4957-AC14-2B322B94C2B2}" type="presParOf" srcId="{5301813D-458D-4CA2-8BB2-A0EAF5EF1F34}" destId="{BB9A1933-C895-4B42-A36B-63FA5802EB5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539732-9ED4-43BB-8EB3-3982E55FE7F7}">
      <dsp:nvSpPr>
        <dsp:cNvPr id="0" name=""/>
        <dsp:cNvSpPr/>
      </dsp:nvSpPr>
      <dsp:spPr>
        <a:xfrm>
          <a:off x="3080" y="4502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57BD1-4BC4-48FD-87FC-AD61C3B6F219}">
      <dsp:nvSpPr>
        <dsp:cNvPr id="0" name=""/>
        <dsp:cNvSpPr/>
      </dsp:nvSpPr>
      <dsp:spPr>
        <a:xfrm>
          <a:off x="247486" y="6823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개발 목적</a:t>
          </a:r>
          <a:endParaRPr lang="en-US" sz="3200" kern="1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sp:txBody>
      <dsp:txXfrm>
        <a:off x="288396" y="723295"/>
        <a:ext cx="2117829" cy="1314957"/>
      </dsp:txXfrm>
    </dsp:sp>
    <dsp:sp modelId="{919438E2-FAE6-4C8C-9B0C-67B79F5B01CF}">
      <dsp:nvSpPr>
        <dsp:cNvPr id="0" name=""/>
        <dsp:cNvSpPr/>
      </dsp:nvSpPr>
      <dsp:spPr>
        <a:xfrm>
          <a:off x="2691541" y="4502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2ECB7-C132-458D-BDB2-10D0BE52BA5D}">
      <dsp:nvSpPr>
        <dsp:cNvPr id="0" name=""/>
        <dsp:cNvSpPr/>
      </dsp:nvSpPr>
      <dsp:spPr>
        <a:xfrm>
          <a:off x="2935947" y="6823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문제 분석</a:t>
          </a:r>
          <a:endParaRPr lang="en-US" sz="3200" kern="1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sp:txBody>
      <dsp:txXfrm>
        <a:off x="2976857" y="723295"/>
        <a:ext cx="2117829" cy="1314957"/>
      </dsp:txXfrm>
    </dsp:sp>
    <dsp:sp modelId="{842608EE-D35A-4BFE-8A8E-F35CBE066904}">
      <dsp:nvSpPr>
        <dsp:cNvPr id="0" name=""/>
        <dsp:cNvSpPr/>
      </dsp:nvSpPr>
      <dsp:spPr>
        <a:xfrm>
          <a:off x="5380002" y="4502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67E4A6-3974-401E-9527-B47F7D401134}">
      <dsp:nvSpPr>
        <dsp:cNvPr id="0" name=""/>
        <dsp:cNvSpPr/>
      </dsp:nvSpPr>
      <dsp:spPr>
        <a:xfrm>
          <a:off x="5624408" y="6823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200" kern="1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코드 소개</a:t>
          </a:r>
          <a:endParaRPr lang="en-US" sz="3200" kern="1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sp:txBody>
      <dsp:txXfrm>
        <a:off x="5665318" y="723295"/>
        <a:ext cx="2117829" cy="1314957"/>
      </dsp:txXfrm>
    </dsp:sp>
    <dsp:sp modelId="{8C388312-C319-4A40-B764-8DFF4CAA0DA5}">
      <dsp:nvSpPr>
        <dsp:cNvPr id="0" name=""/>
        <dsp:cNvSpPr/>
      </dsp:nvSpPr>
      <dsp:spPr>
        <a:xfrm>
          <a:off x="8068463" y="450200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D9212-B0B6-4D67-B6D7-AFC386EFC3DA}">
      <dsp:nvSpPr>
        <dsp:cNvPr id="0" name=""/>
        <dsp:cNvSpPr/>
      </dsp:nvSpPr>
      <dsp:spPr>
        <a:xfrm>
          <a:off x="8312869" y="68238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200" kern="1200">
              <a:latin typeface="Noto Sans CJK KR Bold" panose="020B0800000000000000" pitchFamily="34" charset="-127"/>
              <a:ea typeface="Noto Sans CJK KR Bold" panose="020B0800000000000000" pitchFamily="34" charset="-127"/>
            </a:rPr>
            <a:t>돌아보기</a:t>
          </a:r>
          <a:endParaRPr lang="en-US" sz="3200" kern="1200">
            <a:latin typeface="Noto Sans CJK KR Bold" panose="020B0800000000000000" pitchFamily="34" charset="-127"/>
            <a:ea typeface="Noto Sans CJK KR Bold" panose="020B0800000000000000" pitchFamily="34" charset="-127"/>
          </a:endParaRPr>
        </a:p>
      </dsp:txBody>
      <dsp:txXfrm>
        <a:off x="8353779" y="723295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/>
          <a:lstStyle>
            <a:lvl1pPr algn="l">
              <a:lnSpc>
                <a:spcPct val="105000"/>
              </a:lnSpc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2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91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70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9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2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92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74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2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9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0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400" spc="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11/23/23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400" spc="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400" spc="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6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 spc="9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2600" kern="1200" spc="9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200" kern="1200" spc="9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 spc="9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800" kern="1200" spc="9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800" kern="1200" spc="9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8AB93A-48BC-4C25-A3AD-C17B5A682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4AE179-A75B-4007-B5FA-8139ACF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8969" y="1168517"/>
            <a:ext cx="4889565" cy="4424065"/>
          </a:xfrm>
          <a:custGeom>
            <a:avLst/>
            <a:gdLst>
              <a:gd name="connsiteX0" fmla="*/ 2612540 w 5531319"/>
              <a:gd name="connsiteY0" fmla="*/ 836 h 4424065"/>
              <a:gd name="connsiteX1" fmla="*/ 2946310 w 5531319"/>
              <a:gd name="connsiteY1" fmla="*/ 35548 h 4424065"/>
              <a:gd name="connsiteX2" fmla="*/ 3961099 w 5531319"/>
              <a:gd name="connsiteY2" fmla="*/ 303581 h 4424065"/>
              <a:gd name="connsiteX3" fmla="*/ 4854587 w 5531319"/>
              <a:gd name="connsiteY3" fmla="*/ 764502 h 4424065"/>
              <a:gd name="connsiteX4" fmla="*/ 5377812 w 5531319"/>
              <a:gd name="connsiteY4" fmla="*/ 1339732 h 4424065"/>
              <a:gd name="connsiteX5" fmla="*/ 5526197 w 5531319"/>
              <a:gd name="connsiteY5" fmla="*/ 1825829 h 4424065"/>
              <a:gd name="connsiteX6" fmla="*/ 5510557 w 5531319"/>
              <a:gd name="connsiteY6" fmla="*/ 2199398 h 4424065"/>
              <a:gd name="connsiteX7" fmla="*/ 5509795 w 5531319"/>
              <a:gd name="connsiteY7" fmla="*/ 2402839 h 4424065"/>
              <a:gd name="connsiteX8" fmla="*/ 5323519 w 5531319"/>
              <a:gd name="connsiteY8" fmla="*/ 3144890 h 4424065"/>
              <a:gd name="connsiteX9" fmla="*/ 4853061 w 5531319"/>
              <a:gd name="connsiteY9" fmla="*/ 3612932 h 4424065"/>
              <a:gd name="connsiteX10" fmla="*/ 4316358 w 5531319"/>
              <a:gd name="connsiteY10" fmla="*/ 3982940 h 4424065"/>
              <a:gd name="connsiteX11" fmla="*/ 3352556 w 5531319"/>
              <a:gd name="connsiteY11" fmla="*/ 4386771 h 4424065"/>
              <a:gd name="connsiteX12" fmla="*/ 2770206 w 5531319"/>
              <a:gd name="connsiteY12" fmla="*/ 4412201 h 4424065"/>
              <a:gd name="connsiteX13" fmla="*/ 2514888 w 5531319"/>
              <a:gd name="connsiteY13" fmla="*/ 4393637 h 4424065"/>
              <a:gd name="connsiteX14" fmla="*/ 1903166 w 5531319"/>
              <a:gd name="connsiteY14" fmla="*/ 4263562 h 4424065"/>
              <a:gd name="connsiteX15" fmla="*/ 948392 w 5531319"/>
              <a:gd name="connsiteY15" fmla="*/ 3794249 h 4424065"/>
              <a:gd name="connsiteX16" fmla="*/ 223633 w 5531319"/>
              <a:gd name="connsiteY16" fmla="*/ 2975526 h 4424065"/>
              <a:gd name="connsiteX17" fmla="*/ 39519 w 5531319"/>
              <a:gd name="connsiteY17" fmla="*/ 2401695 h 4424065"/>
              <a:gd name="connsiteX18" fmla="*/ 16251 w 5531319"/>
              <a:gd name="connsiteY18" fmla="*/ 2300991 h 4424065"/>
              <a:gd name="connsiteX19" fmla="*/ 11800 w 5531319"/>
              <a:gd name="connsiteY19" fmla="*/ 2053556 h 4424065"/>
              <a:gd name="connsiteX20" fmla="*/ 812849 w 5531319"/>
              <a:gd name="connsiteY20" fmla="*/ 651084 h 4424065"/>
              <a:gd name="connsiteX21" fmla="*/ 2066809 w 5531319"/>
              <a:gd name="connsiteY21" fmla="*/ 52586 h 4424065"/>
              <a:gd name="connsiteX22" fmla="*/ 2332045 w 5531319"/>
              <a:gd name="connsiteY22" fmla="*/ 14441 h 4424065"/>
              <a:gd name="connsiteX23" fmla="*/ 2612540 w 5531319"/>
              <a:gd name="connsiteY23" fmla="*/ 836 h 4424065"/>
              <a:gd name="connsiteX24" fmla="*/ 5468597 w 5531319"/>
              <a:gd name="connsiteY24" fmla="*/ 2088522 h 4424065"/>
              <a:gd name="connsiteX25" fmla="*/ 5471140 w 5531319"/>
              <a:gd name="connsiteY25" fmla="*/ 1826083 h 4424065"/>
              <a:gd name="connsiteX26" fmla="*/ 5327079 w 5531319"/>
              <a:gd name="connsiteY26" fmla="*/ 1361348 h 4424065"/>
              <a:gd name="connsiteX27" fmla="*/ 4833353 w 5531319"/>
              <a:gd name="connsiteY27" fmla="*/ 816507 h 4424065"/>
              <a:gd name="connsiteX28" fmla="*/ 4063456 w 5531319"/>
              <a:gd name="connsiteY28" fmla="*/ 400724 h 4424065"/>
              <a:gd name="connsiteX29" fmla="*/ 3972543 w 5531319"/>
              <a:gd name="connsiteY29" fmla="*/ 365631 h 4424065"/>
              <a:gd name="connsiteX30" fmla="*/ 3885571 w 5531319"/>
              <a:gd name="connsiteY30" fmla="*/ 334733 h 4424065"/>
              <a:gd name="connsiteX31" fmla="*/ 4355012 w 5531319"/>
              <a:gd name="connsiteY31" fmla="*/ 579880 h 4424065"/>
              <a:gd name="connsiteX32" fmla="*/ 5144618 w 5531319"/>
              <a:gd name="connsiteY32" fmla="*/ 1290779 h 4424065"/>
              <a:gd name="connsiteX33" fmla="*/ 5468597 w 5531319"/>
              <a:gd name="connsiteY33" fmla="*/ 2088522 h 4424065"/>
              <a:gd name="connsiteX34" fmla="*/ 2219771 w 5531319"/>
              <a:gd name="connsiteY34" fmla="*/ 85645 h 4424065"/>
              <a:gd name="connsiteX35" fmla="*/ 2181626 w 5531319"/>
              <a:gd name="connsiteY35" fmla="*/ 89333 h 4424065"/>
              <a:gd name="connsiteX36" fmla="*/ 1462971 w 5531319"/>
              <a:gd name="connsiteY36" fmla="*/ 303073 h 4424065"/>
              <a:gd name="connsiteX37" fmla="*/ 308697 w 5531319"/>
              <a:gd name="connsiteY37" fmla="*/ 1338461 h 4424065"/>
              <a:gd name="connsiteX38" fmla="*/ 65839 w 5531319"/>
              <a:gd name="connsiteY38" fmla="*/ 2064364 h 4424065"/>
              <a:gd name="connsiteX39" fmla="*/ 82114 w 5531319"/>
              <a:gd name="connsiteY39" fmla="*/ 2022150 h 4424065"/>
              <a:gd name="connsiteX40" fmla="*/ 423260 w 5531319"/>
              <a:gd name="connsiteY40" fmla="*/ 1282260 h 4424065"/>
              <a:gd name="connsiteX41" fmla="*/ 1231811 w 5531319"/>
              <a:gd name="connsiteY41" fmla="*/ 454001 h 4424065"/>
              <a:gd name="connsiteX42" fmla="*/ 2219771 w 5531319"/>
              <a:gd name="connsiteY42" fmla="*/ 85645 h 4424065"/>
              <a:gd name="connsiteX43" fmla="*/ 2855524 w 5531319"/>
              <a:gd name="connsiteY43" fmla="*/ 4364392 h 4424065"/>
              <a:gd name="connsiteX44" fmla="*/ 4292327 w 5531319"/>
              <a:gd name="connsiteY44" fmla="*/ 3931444 h 4424065"/>
              <a:gd name="connsiteX45" fmla="*/ 2855652 w 5531319"/>
              <a:gd name="connsiteY45" fmla="*/ 4364392 h 4424065"/>
              <a:gd name="connsiteX46" fmla="*/ 3869805 w 5531319"/>
              <a:gd name="connsiteY46" fmla="*/ 330156 h 4424065"/>
              <a:gd name="connsiteX47" fmla="*/ 3865736 w 5531319"/>
              <a:gd name="connsiteY47" fmla="*/ 329520 h 4424065"/>
              <a:gd name="connsiteX48" fmla="*/ 3866499 w 5531319"/>
              <a:gd name="connsiteY48" fmla="*/ 330537 h 4424065"/>
              <a:gd name="connsiteX49" fmla="*/ 4302117 w 5531319"/>
              <a:gd name="connsiteY49" fmla="*/ 3923561 h 4424065"/>
              <a:gd name="connsiteX50" fmla="*/ 4301101 w 5531319"/>
              <a:gd name="connsiteY50" fmla="*/ 3924959 h 4424065"/>
              <a:gd name="connsiteX51" fmla="*/ 4302880 w 5531319"/>
              <a:gd name="connsiteY51" fmla="*/ 3924959 h 4424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531319" h="4424065">
                <a:moveTo>
                  <a:pt x="2612540" y="836"/>
                </a:moveTo>
                <a:cubicBezTo>
                  <a:pt x="2715913" y="-4250"/>
                  <a:pt x="2831239" y="14695"/>
                  <a:pt x="2946310" y="35548"/>
                </a:cubicBezTo>
                <a:cubicBezTo>
                  <a:pt x="3291651" y="98106"/>
                  <a:pt x="3631143" y="182915"/>
                  <a:pt x="3961099" y="303581"/>
                </a:cubicBezTo>
                <a:cubicBezTo>
                  <a:pt x="4278340" y="419543"/>
                  <a:pt x="4581340" y="563350"/>
                  <a:pt x="4854587" y="764502"/>
                </a:cubicBezTo>
                <a:cubicBezTo>
                  <a:pt x="5067437" y="921152"/>
                  <a:pt x="5250407" y="1105521"/>
                  <a:pt x="5377812" y="1339732"/>
                </a:cubicBezTo>
                <a:cubicBezTo>
                  <a:pt x="5459811" y="1489986"/>
                  <a:pt x="5510303" y="1655396"/>
                  <a:pt x="5526197" y="1825829"/>
                </a:cubicBezTo>
                <a:cubicBezTo>
                  <a:pt x="5538276" y="1951327"/>
                  <a:pt x="5527341" y="2074917"/>
                  <a:pt x="5510557" y="2199398"/>
                </a:cubicBezTo>
                <a:cubicBezTo>
                  <a:pt x="5502966" y="2266991"/>
                  <a:pt x="5502712" y="2335195"/>
                  <a:pt x="5509795" y="2402839"/>
                </a:cubicBezTo>
                <a:cubicBezTo>
                  <a:pt x="5534207" y="2664197"/>
                  <a:pt x="5468471" y="2926051"/>
                  <a:pt x="5323519" y="3144890"/>
                </a:cubicBezTo>
                <a:cubicBezTo>
                  <a:pt x="5201339" y="3332234"/>
                  <a:pt x="5041041" y="3491719"/>
                  <a:pt x="4853061" y="3612932"/>
                </a:cubicBezTo>
                <a:cubicBezTo>
                  <a:pt x="4671109" y="3732072"/>
                  <a:pt x="4498565" y="3864563"/>
                  <a:pt x="4316358" y="3982940"/>
                </a:cubicBezTo>
                <a:cubicBezTo>
                  <a:pt x="4019716" y="4175573"/>
                  <a:pt x="3701076" y="4317347"/>
                  <a:pt x="3352556" y="4386771"/>
                </a:cubicBezTo>
                <a:cubicBezTo>
                  <a:pt x="3160953" y="4425590"/>
                  <a:pt x="2964455" y="4434173"/>
                  <a:pt x="2770206" y="4412201"/>
                </a:cubicBezTo>
                <a:cubicBezTo>
                  <a:pt x="2685524" y="4402537"/>
                  <a:pt x="2599952" y="4402410"/>
                  <a:pt x="2514888" y="4393637"/>
                </a:cubicBezTo>
                <a:cubicBezTo>
                  <a:pt x="2307136" y="4370851"/>
                  <a:pt x="2102208" y="4327277"/>
                  <a:pt x="1903166" y="4263562"/>
                </a:cubicBezTo>
                <a:cubicBezTo>
                  <a:pt x="1560622" y="4156119"/>
                  <a:pt x="1238931" y="4006972"/>
                  <a:pt x="948392" y="3794249"/>
                </a:cubicBezTo>
                <a:cubicBezTo>
                  <a:pt x="647553" y="3573897"/>
                  <a:pt x="396812" y="3308660"/>
                  <a:pt x="223633" y="2975526"/>
                </a:cubicBezTo>
                <a:cubicBezTo>
                  <a:pt x="129453" y="2796370"/>
                  <a:pt x="67149" y="2602198"/>
                  <a:pt x="39519" y="2401695"/>
                </a:cubicBezTo>
                <a:cubicBezTo>
                  <a:pt x="34509" y="2367555"/>
                  <a:pt x="26728" y="2333872"/>
                  <a:pt x="16251" y="2300991"/>
                </a:cubicBezTo>
                <a:cubicBezTo>
                  <a:pt x="-9180" y="2218598"/>
                  <a:pt x="-25" y="2135695"/>
                  <a:pt x="11800" y="2053556"/>
                </a:cubicBezTo>
                <a:cubicBezTo>
                  <a:pt x="93685" y="1480615"/>
                  <a:pt x="377867" y="1021983"/>
                  <a:pt x="812849" y="651084"/>
                </a:cubicBezTo>
                <a:cubicBezTo>
                  <a:pt x="1176754" y="340201"/>
                  <a:pt x="1598259" y="146042"/>
                  <a:pt x="2066809" y="52586"/>
                </a:cubicBezTo>
                <a:cubicBezTo>
                  <a:pt x="2154543" y="35039"/>
                  <a:pt x="2243040" y="23087"/>
                  <a:pt x="2332045" y="14441"/>
                </a:cubicBezTo>
                <a:cubicBezTo>
                  <a:pt x="2421051" y="5794"/>
                  <a:pt x="2508912" y="2107"/>
                  <a:pt x="2612540" y="836"/>
                </a:cubicBezTo>
                <a:close/>
                <a:moveTo>
                  <a:pt x="5468597" y="2088522"/>
                </a:moveTo>
                <a:cubicBezTo>
                  <a:pt x="5479329" y="2001424"/>
                  <a:pt x="5480181" y="1913385"/>
                  <a:pt x="5471140" y="1826083"/>
                </a:cubicBezTo>
                <a:cubicBezTo>
                  <a:pt x="5455336" y="1662962"/>
                  <a:pt x="5406306" y="1504799"/>
                  <a:pt x="5327079" y="1361348"/>
                </a:cubicBezTo>
                <a:cubicBezTo>
                  <a:pt x="5206159" y="1140233"/>
                  <a:pt x="5033361" y="965782"/>
                  <a:pt x="4833353" y="816507"/>
                </a:cubicBezTo>
                <a:cubicBezTo>
                  <a:pt x="4597234" y="640276"/>
                  <a:pt x="4336321" y="509438"/>
                  <a:pt x="4063456" y="400724"/>
                </a:cubicBezTo>
                <a:cubicBezTo>
                  <a:pt x="4033359" y="388607"/>
                  <a:pt x="4003059" y="376909"/>
                  <a:pt x="3972543" y="365631"/>
                </a:cubicBezTo>
                <a:cubicBezTo>
                  <a:pt x="3943679" y="354950"/>
                  <a:pt x="3914562" y="345033"/>
                  <a:pt x="3885571" y="334733"/>
                </a:cubicBezTo>
                <a:cubicBezTo>
                  <a:pt x="4046888" y="406840"/>
                  <a:pt x="4203652" y="488713"/>
                  <a:pt x="4355012" y="579880"/>
                </a:cubicBezTo>
                <a:cubicBezTo>
                  <a:pt x="4662081" y="768063"/>
                  <a:pt x="4933802" y="995790"/>
                  <a:pt x="5144618" y="1290779"/>
                </a:cubicBezTo>
                <a:cubicBezTo>
                  <a:pt x="5314364" y="1528042"/>
                  <a:pt x="5426257" y="1789591"/>
                  <a:pt x="5468597" y="2088522"/>
                </a:cubicBezTo>
                <a:close/>
                <a:moveTo>
                  <a:pt x="2219771" y="85645"/>
                </a:moveTo>
                <a:cubicBezTo>
                  <a:pt x="2206942" y="84005"/>
                  <a:pt x="2193909" y="85264"/>
                  <a:pt x="2181626" y="89333"/>
                </a:cubicBezTo>
                <a:cubicBezTo>
                  <a:pt x="1932919" y="125113"/>
                  <a:pt x="1690799" y="197118"/>
                  <a:pt x="1462971" y="303073"/>
                </a:cubicBezTo>
                <a:cubicBezTo>
                  <a:pt x="971788" y="529528"/>
                  <a:pt x="578129" y="865460"/>
                  <a:pt x="308697" y="1338461"/>
                </a:cubicBezTo>
                <a:cubicBezTo>
                  <a:pt x="180224" y="1561852"/>
                  <a:pt x="97652" y="1808638"/>
                  <a:pt x="65839" y="2064364"/>
                </a:cubicBezTo>
                <a:cubicBezTo>
                  <a:pt x="71942" y="2050505"/>
                  <a:pt x="77283" y="2036391"/>
                  <a:pt x="82114" y="2022150"/>
                </a:cubicBezTo>
                <a:cubicBezTo>
                  <a:pt x="170103" y="1763653"/>
                  <a:pt x="279579" y="1515073"/>
                  <a:pt x="423260" y="1282260"/>
                </a:cubicBezTo>
                <a:cubicBezTo>
                  <a:pt x="630769" y="945565"/>
                  <a:pt x="895370" y="664944"/>
                  <a:pt x="1231811" y="454001"/>
                </a:cubicBezTo>
                <a:cubicBezTo>
                  <a:pt x="1535192" y="263783"/>
                  <a:pt x="1866801" y="149729"/>
                  <a:pt x="2219771" y="85645"/>
                </a:cubicBezTo>
                <a:close/>
                <a:moveTo>
                  <a:pt x="2855524" y="4364392"/>
                </a:moveTo>
                <a:cubicBezTo>
                  <a:pt x="3386633" y="4394018"/>
                  <a:pt x="3853530" y="4210158"/>
                  <a:pt x="4292327" y="3931444"/>
                </a:cubicBezTo>
                <a:cubicBezTo>
                  <a:pt x="3830134" y="4131325"/>
                  <a:pt x="3346707" y="4259111"/>
                  <a:pt x="2855652" y="4364392"/>
                </a:cubicBezTo>
                <a:close/>
                <a:moveTo>
                  <a:pt x="3869805" y="330156"/>
                </a:moveTo>
                <a:lnTo>
                  <a:pt x="3865736" y="329520"/>
                </a:lnTo>
                <a:cubicBezTo>
                  <a:pt x="3865736" y="329520"/>
                  <a:pt x="3865736" y="330410"/>
                  <a:pt x="3866499" y="330537"/>
                </a:cubicBezTo>
                <a:close/>
                <a:moveTo>
                  <a:pt x="4302117" y="3923561"/>
                </a:moveTo>
                <a:lnTo>
                  <a:pt x="4301101" y="3924959"/>
                </a:lnTo>
                <a:lnTo>
                  <a:pt x="4302880" y="3924959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A82689-0B03-C205-0502-DA2A0759F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4135" y="2110882"/>
            <a:ext cx="3971495" cy="1356020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5800"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이상한채팅</a:t>
            </a:r>
            <a:br>
              <a:rPr lang="en-US" altLang="ko-KR" sz="5800">
                <a:solidFill>
                  <a:srgbClr val="FFFF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sz="2900" err="1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StrangeChat</a:t>
            </a:r>
            <a:endParaRPr lang="ko-KR" altLang="en-US" sz="290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DA3AE3-7CC8-07D8-F4BE-138DC2449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5895" y="3506687"/>
            <a:ext cx="3055712" cy="845046"/>
          </a:xfrm>
        </p:spPr>
        <p:txBody>
          <a:bodyPr>
            <a:noAutofit/>
          </a:bodyPr>
          <a:lstStyle/>
          <a:p>
            <a:pPr algn="ctr">
              <a:lnSpc>
                <a:spcPct val="95000"/>
              </a:lnSpc>
            </a:pPr>
            <a:r>
              <a:rPr lang="ko-KR" altLang="en-US">
                <a:solidFill>
                  <a:srgbClr val="FFFFFF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김수영   박지은   이수진   황태윤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5874" y="4409267"/>
            <a:ext cx="3242551" cy="27432"/>
          </a:xfrm>
          <a:custGeom>
            <a:avLst/>
            <a:gdLst>
              <a:gd name="connsiteX0" fmla="*/ 0 w 3242551"/>
              <a:gd name="connsiteY0" fmla="*/ 0 h 27432"/>
              <a:gd name="connsiteX1" fmla="*/ 616085 w 3242551"/>
              <a:gd name="connsiteY1" fmla="*/ 0 h 27432"/>
              <a:gd name="connsiteX2" fmla="*/ 1264595 w 3242551"/>
              <a:gd name="connsiteY2" fmla="*/ 0 h 27432"/>
              <a:gd name="connsiteX3" fmla="*/ 1945531 w 3242551"/>
              <a:gd name="connsiteY3" fmla="*/ 0 h 27432"/>
              <a:gd name="connsiteX4" fmla="*/ 2626466 w 3242551"/>
              <a:gd name="connsiteY4" fmla="*/ 0 h 27432"/>
              <a:gd name="connsiteX5" fmla="*/ 3242551 w 3242551"/>
              <a:gd name="connsiteY5" fmla="*/ 0 h 27432"/>
              <a:gd name="connsiteX6" fmla="*/ 3242551 w 3242551"/>
              <a:gd name="connsiteY6" fmla="*/ 27432 h 27432"/>
              <a:gd name="connsiteX7" fmla="*/ 2529190 w 3242551"/>
              <a:gd name="connsiteY7" fmla="*/ 27432 h 27432"/>
              <a:gd name="connsiteX8" fmla="*/ 1815829 w 3242551"/>
              <a:gd name="connsiteY8" fmla="*/ 27432 h 27432"/>
              <a:gd name="connsiteX9" fmla="*/ 1167318 w 3242551"/>
              <a:gd name="connsiteY9" fmla="*/ 27432 h 27432"/>
              <a:gd name="connsiteX10" fmla="*/ 0 w 3242551"/>
              <a:gd name="connsiteY10" fmla="*/ 27432 h 27432"/>
              <a:gd name="connsiteX11" fmla="*/ 0 w 3242551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42551" h="27432" fill="none" extrusionOk="0">
                <a:moveTo>
                  <a:pt x="0" y="0"/>
                </a:moveTo>
                <a:cubicBezTo>
                  <a:pt x="194108" y="-30346"/>
                  <a:pt x="476260" y="9901"/>
                  <a:pt x="616085" y="0"/>
                </a:cubicBezTo>
                <a:cubicBezTo>
                  <a:pt x="755911" y="-9901"/>
                  <a:pt x="955441" y="-31994"/>
                  <a:pt x="1264595" y="0"/>
                </a:cubicBezTo>
                <a:cubicBezTo>
                  <a:pt x="1573749" y="31994"/>
                  <a:pt x="1618785" y="-7447"/>
                  <a:pt x="1945531" y="0"/>
                </a:cubicBezTo>
                <a:cubicBezTo>
                  <a:pt x="2272277" y="7447"/>
                  <a:pt x="2390625" y="1646"/>
                  <a:pt x="2626466" y="0"/>
                </a:cubicBezTo>
                <a:cubicBezTo>
                  <a:pt x="2862308" y="-1646"/>
                  <a:pt x="3064770" y="5184"/>
                  <a:pt x="3242551" y="0"/>
                </a:cubicBezTo>
                <a:cubicBezTo>
                  <a:pt x="3241385" y="7395"/>
                  <a:pt x="3242596" y="21864"/>
                  <a:pt x="3242551" y="27432"/>
                </a:cubicBezTo>
                <a:cubicBezTo>
                  <a:pt x="3023282" y="59750"/>
                  <a:pt x="2875833" y="36030"/>
                  <a:pt x="2529190" y="27432"/>
                </a:cubicBezTo>
                <a:cubicBezTo>
                  <a:pt x="2182547" y="18834"/>
                  <a:pt x="2011286" y="10066"/>
                  <a:pt x="1815829" y="27432"/>
                </a:cubicBezTo>
                <a:cubicBezTo>
                  <a:pt x="1620372" y="44798"/>
                  <a:pt x="1410011" y="-1058"/>
                  <a:pt x="1167318" y="27432"/>
                </a:cubicBezTo>
                <a:cubicBezTo>
                  <a:pt x="924625" y="55922"/>
                  <a:pt x="241931" y="85033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42551" h="27432" stroke="0" extrusionOk="0">
                <a:moveTo>
                  <a:pt x="0" y="0"/>
                </a:moveTo>
                <a:cubicBezTo>
                  <a:pt x="292987" y="-12051"/>
                  <a:pt x="313221" y="-4437"/>
                  <a:pt x="616085" y="0"/>
                </a:cubicBezTo>
                <a:cubicBezTo>
                  <a:pt x="918950" y="4437"/>
                  <a:pt x="1001475" y="-7765"/>
                  <a:pt x="1167318" y="0"/>
                </a:cubicBezTo>
                <a:cubicBezTo>
                  <a:pt x="1333161" y="7765"/>
                  <a:pt x="1642740" y="34995"/>
                  <a:pt x="1880680" y="0"/>
                </a:cubicBezTo>
                <a:cubicBezTo>
                  <a:pt x="2118620" y="-34995"/>
                  <a:pt x="2326628" y="756"/>
                  <a:pt x="2496764" y="0"/>
                </a:cubicBezTo>
                <a:cubicBezTo>
                  <a:pt x="2666900" y="-756"/>
                  <a:pt x="2887316" y="25599"/>
                  <a:pt x="3242551" y="0"/>
                </a:cubicBezTo>
                <a:cubicBezTo>
                  <a:pt x="3242744" y="12649"/>
                  <a:pt x="3241563" y="17989"/>
                  <a:pt x="3242551" y="27432"/>
                </a:cubicBezTo>
                <a:cubicBezTo>
                  <a:pt x="3008998" y="-2757"/>
                  <a:pt x="2799879" y="44559"/>
                  <a:pt x="2594041" y="27432"/>
                </a:cubicBezTo>
                <a:cubicBezTo>
                  <a:pt x="2388203" y="10306"/>
                  <a:pt x="2212925" y="-2221"/>
                  <a:pt x="1880680" y="27432"/>
                </a:cubicBezTo>
                <a:cubicBezTo>
                  <a:pt x="1548435" y="57085"/>
                  <a:pt x="1523943" y="37041"/>
                  <a:pt x="1329446" y="27432"/>
                </a:cubicBezTo>
                <a:cubicBezTo>
                  <a:pt x="1134949" y="17823"/>
                  <a:pt x="919920" y="28299"/>
                  <a:pt x="680936" y="27432"/>
                </a:cubicBezTo>
                <a:cubicBezTo>
                  <a:pt x="441952" y="26566"/>
                  <a:pt x="273000" y="57219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그래픽, 폰트, 상징, 로고이(가) 표시된 사진&#10;&#10;자동 생성된 설명">
            <a:extLst>
              <a:ext uri="{FF2B5EF4-FFF2-40B4-BE49-F238E27FC236}">
                <a16:creationId xmlns:a16="http://schemas.microsoft.com/office/drawing/2014/main" id="{469806A8-2A86-0C1E-095E-943AC25AA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94" y="946910"/>
            <a:ext cx="4867148" cy="486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6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CFF3124E-72EC-AB1A-93C6-415716B578E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38730544"/>
              </p:ext>
            </p:extLst>
          </p:nvPr>
        </p:nvGraphicFramePr>
        <p:xfrm>
          <a:off x="838200" y="1524699"/>
          <a:ext cx="10515600" cy="2529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Question - Free communications icons">
            <a:extLst>
              <a:ext uri="{FF2B5EF4-FFF2-40B4-BE49-F238E27FC236}">
                <a16:creationId xmlns:a16="http://schemas.microsoft.com/office/drawing/2014/main" id="{31ECFE90-EAC0-6B49-342B-3276AF59D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803" y="3934410"/>
            <a:ext cx="1712253" cy="171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spection - Free industry icons">
            <a:extLst>
              <a:ext uri="{FF2B5EF4-FFF2-40B4-BE49-F238E27FC236}">
                <a16:creationId xmlns:a16="http://schemas.microsoft.com/office/drawing/2014/main" id="{2AEECBAE-D38C-6064-318A-CD5562FBB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337" y="3898639"/>
            <a:ext cx="1748023" cy="174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de - Free computer icons">
            <a:extLst>
              <a:ext uri="{FF2B5EF4-FFF2-40B4-BE49-F238E27FC236}">
                <a16:creationId xmlns:a16="http://schemas.microsoft.com/office/drawing/2014/main" id="{F27BA777-FC19-7E9D-EF29-8DB722508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641" y="3796366"/>
            <a:ext cx="1903446" cy="190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urn back - Free arrows icons">
            <a:extLst>
              <a:ext uri="{FF2B5EF4-FFF2-40B4-BE49-F238E27FC236}">
                <a16:creationId xmlns:a16="http://schemas.microsoft.com/office/drawing/2014/main" id="{20F082C5-3BD9-8881-8F52-0B0413B19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597" y="3796366"/>
            <a:ext cx="1782148" cy="178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0203045-D663-5BDF-FE0F-F80F1E971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89748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37D7522-2827-EF90-4A28-4C78F23D19AB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차례</a:t>
            </a:r>
          </a:p>
        </p:txBody>
      </p:sp>
    </p:spTree>
    <p:extLst>
      <p:ext uri="{BB962C8B-B14F-4D97-AF65-F5344CB8AC3E}">
        <p14:creationId xmlns:p14="http://schemas.microsoft.com/office/powerpoint/2010/main" val="4035908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B4B6A78-B0B0-1FB0-D0BF-2F82710E6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52725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5ACF4A-23CF-6A60-E9D7-324F8EFAAA6C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목적</a:t>
            </a:r>
          </a:p>
        </p:txBody>
      </p:sp>
      <p:pic>
        <p:nvPicPr>
          <p:cNvPr id="2050" name="Picture 2" descr="Java - Free logo icons">
            <a:extLst>
              <a:ext uri="{FF2B5EF4-FFF2-40B4-BE49-F238E27FC236}">
                <a16:creationId xmlns:a16="http://schemas.microsoft.com/office/drawing/2014/main" id="{996EC6E7-4160-BC98-5438-EC153F837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194" y="1965820"/>
            <a:ext cx="1463180" cy="146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operation - Free business icons">
            <a:extLst>
              <a:ext uri="{FF2B5EF4-FFF2-40B4-BE49-F238E27FC236}">
                <a16:creationId xmlns:a16="http://schemas.microsoft.com/office/drawing/2014/main" id="{55625E5F-6D8C-E93C-D053-5506DDAA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194" y="4020424"/>
            <a:ext cx="1392572" cy="139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5EC9316-F116-A3D4-E703-7FC88F0E3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019051"/>
              </p:ext>
            </p:extLst>
          </p:nvPr>
        </p:nvGraphicFramePr>
        <p:xfrm>
          <a:off x="3810464" y="2057400"/>
          <a:ext cx="62320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048">
                  <a:extLst>
                    <a:ext uri="{9D8B030D-6E8A-4147-A177-3AD203B41FA5}">
                      <a16:colId xmlns:a16="http://schemas.microsoft.com/office/drawing/2014/main" val="4178075643"/>
                    </a:ext>
                  </a:extLst>
                </a:gridCol>
                <a:gridCol w="3116048">
                  <a:extLst>
                    <a:ext uri="{9D8B030D-6E8A-4147-A177-3AD203B41FA5}">
                      <a16:colId xmlns:a16="http://schemas.microsoft.com/office/drawing/2014/main" val="2599883924"/>
                    </a:ext>
                  </a:extLst>
                </a:gridCol>
              </a:tblGrid>
              <a:tr h="4414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CRUD 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기능 구현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Socket 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통신 구현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273261"/>
                  </a:ext>
                </a:extLst>
              </a:tr>
              <a:tr h="441409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823825"/>
                  </a:ext>
                </a:extLst>
              </a:tr>
              <a:tr h="4414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총체적 학습 내용 적용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TCP/IP 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이해</a:t>
                      </a: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69737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4A0D2D7-EB45-B0D2-8988-13BD69405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347639"/>
              </p:ext>
            </p:extLst>
          </p:nvPr>
        </p:nvGraphicFramePr>
        <p:xfrm>
          <a:off x="3810464" y="4020424"/>
          <a:ext cx="62320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048">
                  <a:extLst>
                    <a:ext uri="{9D8B030D-6E8A-4147-A177-3AD203B41FA5}">
                      <a16:colId xmlns:a16="http://schemas.microsoft.com/office/drawing/2014/main" val="4178075643"/>
                    </a:ext>
                  </a:extLst>
                </a:gridCol>
                <a:gridCol w="3116048">
                  <a:extLst>
                    <a:ext uri="{9D8B030D-6E8A-4147-A177-3AD203B41FA5}">
                      <a16:colId xmlns:a16="http://schemas.microsoft.com/office/drawing/2014/main" val="2599883924"/>
                    </a:ext>
                  </a:extLst>
                </a:gridCol>
              </a:tblGrid>
              <a:tr h="4414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기능별 객체 분리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Git 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도입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273261"/>
                  </a:ext>
                </a:extLst>
              </a:tr>
              <a:tr h="441409">
                <a:tc>
                  <a:txBody>
                    <a:bodyPr/>
                    <a:lstStyle/>
                    <a:p>
                      <a:pPr algn="ctr" latinLnBrk="1"/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823825"/>
                  </a:ext>
                </a:extLst>
              </a:tr>
              <a:tr h="4414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협업 방식 체화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협업 툴 적용</a:t>
                      </a: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697372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A45715E8-74CF-BA4A-0B00-5C5744C83E69}"/>
              </a:ext>
            </a:extLst>
          </p:cNvPr>
          <p:cNvSpPr/>
          <p:nvPr/>
        </p:nvSpPr>
        <p:spPr>
          <a:xfrm>
            <a:off x="5150840" y="2579195"/>
            <a:ext cx="343949" cy="328010"/>
          </a:xfrm>
          <a:prstGeom prst="downArrow">
            <a:avLst/>
          </a:prstGeom>
          <a:solidFill>
            <a:srgbClr val="E46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331C1671-7B9F-E99C-85D2-0ECEC8CCC24B}"/>
              </a:ext>
            </a:extLst>
          </p:cNvPr>
          <p:cNvSpPr/>
          <p:nvPr/>
        </p:nvSpPr>
        <p:spPr>
          <a:xfrm>
            <a:off x="8363823" y="2579195"/>
            <a:ext cx="343949" cy="328010"/>
          </a:xfrm>
          <a:prstGeom prst="downArrow">
            <a:avLst/>
          </a:prstGeom>
          <a:solidFill>
            <a:srgbClr val="E46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6A69287A-F258-81EA-B5C2-FC6937FB71BB}"/>
              </a:ext>
            </a:extLst>
          </p:cNvPr>
          <p:cNvSpPr/>
          <p:nvPr/>
        </p:nvSpPr>
        <p:spPr>
          <a:xfrm>
            <a:off x="5150840" y="4552705"/>
            <a:ext cx="343949" cy="328010"/>
          </a:xfrm>
          <a:prstGeom prst="downArrow">
            <a:avLst/>
          </a:prstGeom>
          <a:solidFill>
            <a:srgbClr val="E46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B8176A8D-825F-EAA0-E47D-821F727430C1}"/>
              </a:ext>
            </a:extLst>
          </p:cNvPr>
          <p:cNvSpPr/>
          <p:nvPr/>
        </p:nvSpPr>
        <p:spPr>
          <a:xfrm>
            <a:off x="8326071" y="4552705"/>
            <a:ext cx="343949" cy="328010"/>
          </a:xfrm>
          <a:prstGeom prst="downArrow">
            <a:avLst/>
          </a:prstGeom>
          <a:solidFill>
            <a:srgbClr val="E46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9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2653060-E9A8-07F4-3388-79A046F12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479597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C21EC5-D533-170E-8A2A-74CBBBFAFEFA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개발 일정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EA8C0422-FFF9-2D0A-17A4-E26A2856EDE6}"/>
              </a:ext>
            </a:extLst>
          </p:cNvPr>
          <p:cNvSpPr/>
          <p:nvPr/>
        </p:nvSpPr>
        <p:spPr>
          <a:xfrm>
            <a:off x="1234112" y="2170651"/>
            <a:ext cx="3162650" cy="1493240"/>
          </a:xfrm>
          <a:prstGeom prst="homePlate">
            <a:avLst/>
          </a:prstGeom>
          <a:solidFill>
            <a:srgbClr val="E46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17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</a:t>
            </a:r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금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5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Socket 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통신 예제 탐색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GitHub 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 환경 구축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7" name="화살표: 갈매기형 수장 6">
            <a:extLst>
              <a:ext uri="{FF2B5EF4-FFF2-40B4-BE49-F238E27FC236}">
                <a16:creationId xmlns:a16="http://schemas.microsoft.com/office/drawing/2014/main" id="{8AD836AD-E76F-3DAA-2346-0DD6818C1866}"/>
              </a:ext>
            </a:extLst>
          </p:cNvPr>
          <p:cNvSpPr/>
          <p:nvPr/>
        </p:nvSpPr>
        <p:spPr>
          <a:xfrm>
            <a:off x="4027646" y="2170651"/>
            <a:ext cx="3917659" cy="149324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18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</a:t>
            </a:r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토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5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  <a:p>
            <a:pPr algn="ctr"/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기초 아이디어 기획</a:t>
            </a:r>
            <a:endParaRPr lang="en-US" altLang="ko-KR" sz="20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구현 전략 수립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BBA4D3CD-FC8B-06E1-009B-E968D1EFD04B}"/>
              </a:ext>
            </a:extLst>
          </p:cNvPr>
          <p:cNvSpPr/>
          <p:nvPr/>
        </p:nvSpPr>
        <p:spPr>
          <a:xfrm>
            <a:off x="7545431" y="2170651"/>
            <a:ext cx="3917659" cy="149324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19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</a:t>
            </a:r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5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예제 학습을 통한</a:t>
            </a:r>
            <a:endParaRPr lang="en-US" altLang="ko-KR" sz="2000">
              <a:solidFill>
                <a:schemeClr val="bg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아이디어 구체화</a:t>
            </a:r>
            <a:endParaRPr lang="en-US" altLang="ko-KR" sz="2000">
              <a:solidFill>
                <a:schemeClr val="bg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32753857-5BAE-B444-4AF2-C6F2D4BB26F4}"/>
              </a:ext>
            </a:extLst>
          </p:cNvPr>
          <p:cNvSpPr/>
          <p:nvPr/>
        </p:nvSpPr>
        <p:spPr>
          <a:xfrm>
            <a:off x="4027646" y="3965895"/>
            <a:ext cx="3917659" cy="149324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21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 화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5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기능 테스트 이후</a:t>
            </a:r>
            <a:endParaRPr lang="en-US" altLang="ko-KR" sz="2000">
              <a:solidFill>
                <a:schemeClr val="bg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예외 처리 보완</a:t>
            </a:r>
            <a:endParaRPr lang="en-US" altLang="ko-KR" sz="2000">
              <a:solidFill>
                <a:schemeClr val="bg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5" name="화살표: 갈매기형 수장 14">
            <a:extLst>
              <a:ext uri="{FF2B5EF4-FFF2-40B4-BE49-F238E27FC236}">
                <a16:creationId xmlns:a16="http://schemas.microsoft.com/office/drawing/2014/main" id="{EF96D8E4-5870-0313-C249-136E5A36C533}"/>
              </a:ext>
            </a:extLst>
          </p:cNvPr>
          <p:cNvSpPr/>
          <p:nvPr/>
        </p:nvSpPr>
        <p:spPr>
          <a:xfrm>
            <a:off x="7545430" y="3965895"/>
            <a:ext cx="3917659" cy="149324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22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 수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5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추가 기능 구현</a:t>
            </a:r>
            <a:endParaRPr lang="en-US" altLang="ko-KR" sz="2000">
              <a:solidFill>
                <a:schemeClr val="bg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발표 준비</a:t>
            </a:r>
            <a:endParaRPr lang="en-US" altLang="ko-KR" sz="2000">
              <a:solidFill>
                <a:schemeClr val="bg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6" name="화살표: 오각형 15">
            <a:extLst>
              <a:ext uri="{FF2B5EF4-FFF2-40B4-BE49-F238E27FC236}">
                <a16:creationId xmlns:a16="http://schemas.microsoft.com/office/drawing/2014/main" id="{0CFE743F-8CAE-56B0-BF48-327420D26876}"/>
              </a:ext>
            </a:extLst>
          </p:cNvPr>
          <p:cNvSpPr/>
          <p:nvPr/>
        </p:nvSpPr>
        <p:spPr>
          <a:xfrm>
            <a:off x="1234112" y="3965895"/>
            <a:ext cx="3162650" cy="1493240"/>
          </a:xfrm>
          <a:prstGeom prst="homePlate">
            <a:avLst/>
          </a:prstGeom>
          <a:solidFill>
            <a:srgbClr val="E46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20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일 월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en-US" altLang="ko-KR" sz="5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</a:p>
          <a:p>
            <a:pPr algn="ctr"/>
            <a:r>
              <a:rPr lang="en-US" altLang="ko-KR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</a:t>
            </a:r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차 기본 기능 구현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/>
            <a:r>
              <a:rPr lang="ko-KR" altLang="en-US" sz="200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예외 처리 점검</a:t>
            </a:r>
            <a:endParaRPr lang="en-US" altLang="ko-KR" sz="200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8652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D1545C-83F2-903E-96C1-1A69BF7F0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262166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816D2F4-C256-75CF-151E-8413720AF826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문제 분석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기능</a:t>
            </a:r>
          </a:p>
        </p:txBody>
      </p:sp>
      <p:pic>
        <p:nvPicPr>
          <p:cNvPr id="3074" name="Picture 2" descr="Server - Free computer icons">
            <a:extLst>
              <a:ext uri="{FF2B5EF4-FFF2-40B4-BE49-F238E27FC236}">
                <a16:creationId xmlns:a16="http://schemas.microsoft.com/office/drawing/2014/main" id="{761AF761-BF11-DF2D-C14B-1A97E18D8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706" y="1930167"/>
            <a:ext cx="1582723" cy="15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 - Free computer icons">
            <a:extLst>
              <a:ext uri="{FF2B5EF4-FFF2-40B4-BE49-F238E27FC236}">
                <a16:creationId xmlns:a16="http://schemas.microsoft.com/office/drawing/2014/main" id="{AB3A721F-FD80-AFCE-323B-CF5EEF0C5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707" y="4144700"/>
            <a:ext cx="1582723" cy="15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2CDFC6-D7F5-F83F-3C11-7F6A3BBFF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30947"/>
              </p:ext>
            </p:extLst>
          </p:nvPr>
        </p:nvGraphicFramePr>
        <p:xfrm>
          <a:off x="3810464" y="2257698"/>
          <a:ext cx="623209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048">
                  <a:extLst>
                    <a:ext uri="{9D8B030D-6E8A-4147-A177-3AD203B41FA5}">
                      <a16:colId xmlns:a16="http://schemas.microsoft.com/office/drawing/2014/main" val="4178075643"/>
                    </a:ext>
                  </a:extLst>
                </a:gridCol>
                <a:gridCol w="3116048">
                  <a:extLst>
                    <a:ext uri="{9D8B030D-6E8A-4147-A177-3AD203B41FA5}">
                      <a16:colId xmlns:a16="http://schemas.microsoft.com/office/drawing/2014/main" val="2599883924"/>
                    </a:ext>
                  </a:extLst>
                </a:gridCol>
              </a:tblGrid>
              <a:tr h="4414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사용자</a:t>
                      </a: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·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채팅 정보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멀티 스레드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273261"/>
                  </a:ext>
                </a:extLst>
              </a:tr>
              <a:tr h="4414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HashMap</a:t>
                      </a:r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Thread</a:t>
                      </a:r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82382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62EA10F-8F08-7FC9-4531-34D1E0152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20944"/>
              </p:ext>
            </p:extLst>
          </p:nvPr>
        </p:nvGraphicFramePr>
        <p:xfrm>
          <a:off x="3810464" y="4365173"/>
          <a:ext cx="623209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048">
                  <a:extLst>
                    <a:ext uri="{9D8B030D-6E8A-4147-A177-3AD203B41FA5}">
                      <a16:colId xmlns:a16="http://schemas.microsoft.com/office/drawing/2014/main" val="4178075643"/>
                    </a:ext>
                  </a:extLst>
                </a:gridCol>
                <a:gridCol w="3116048">
                  <a:extLst>
                    <a:ext uri="{9D8B030D-6E8A-4147-A177-3AD203B41FA5}">
                      <a16:colId xmlns:a16="http://schemas.microsoft.com/office/drawing/2014/main" val="2599883924"/>
                    </a:ext>
                  </a:extLst>
                </a:gridCol>
              </a:tblGrid>
              <a:tr h="4414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서버 입출력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서버 통신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273261"/>
                  </a:ext>
                </a:extLst>
              </a:tr>
              <a:tr h="4414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I/O Stream</a:t>
                      </a:r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Socket</a:t>
                      </a:r>
                      <a:endParaRPr lang="ko-KR" altLang="en-US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823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973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EEA891-DF50-32CA-F4A6-B08AF4BEC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215606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81ED9ED-2CAF-2F42-2A9C-FAB3BB528C4A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문제 분석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추가 기능</a:t>
            </a:r>
          </a:p>
        </p:txBody>
      </p:sp>
      <p:pic>
        <p:nvPicPr>
          <p:cNvPr id="1026" name="Picture 2" descr="Save file - Free arrows icons">
            <a:extLst>
              <a:ext uri="{FF2B5EF4-FFF2-40B4-BE49-F238E27FC236}">
                <a16:creationId xmlns:a16="http://schemas.microsoft.com/office/drawing/2014/main" id="{3EA42FC3-A1F6-9320-256C-AE4FDC06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907" y="1851869"/>
            <a:ext cx="1879134" cy="187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rface - Free computer icons">
            <a:extLst>
              <a:ext uri="{FF2B5EF4-FFF2-40B4-BE49-F238E27FC236}">
                <a16:creationId xmlns:a16="http://schemas.microsoft.com/office/drawing/2014/main" id="{D4E59722-CA26-BE2E-1D1E-9515864A2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578" y="2014599"/>
            <a:ext cx="1709257" cy="170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mmand window - Free computer icons">
            <a:extLst>
              <a:ext uri="{FF2B5EF4-FFF2-40B4-BE49-F238E27FC236}">
                <a16:creationId xmlns:a16="http://schemas.microsoft.com/office/drawing/2014/main" id="{D25EC93E-0063-7166-B7DE-0263D5AD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372" y="2021746"/>
            <a:ext cx="1709257" cy="170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BE18AF0-0BF4-A7D8-AE29-04D420761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51426"/>
              </p:ext>
            </p:extLst>
          </p:nvPr>
        </p:nvGraphicFramePr>
        <p:xfrm>
          <a:off x="755010" y="4111858"/>
          <a:ext cx="107798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3284">
                  <a:extLst>
                    <a:ext uri="{9D8B030D-6E8A-4147-A177-3AD203B41FA5}">
                      <a16:colId xmlns:a16="http://schemas.microsoft.com/office/drawing/2014/main" val="4178075643"/>
                    </a:ext>
                  </a:extLst>
                </a:gridCol>
                <a:gridCol w="3593284">
                  <a:extLst>
                    <a:ext uri="{9D8B030D-6E8A-4147-A177-3AD203B41FA5}">
                      <a16:colId xmlns:a16="http://schemas.microsoft.com/office/drawing/2014/main" val="2599883924"/>
                    </a:ext>
                  </a:extLst>
                </a:gridCol>
                <a:gridCol w="3593284">
                  <a:extLst>
                    <a:ext uri="{9D8B030D-6E8A-4147-A177-3AD203B41FA5}">
                      <a16:colId xmlns:a16="http://schemas.microsoft.com/office/drawing/2014/main" val="2289383632"/>
                    </a:ext>
                  </a:extLst>
                </a:gridCol>
              </a:tblGrid>
              <a:tr h="4414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파일  입출력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GUI</a:t>
                      </a: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명령어</a:t>
                      </a:r>
                      <a:endParaRPr lang="en-US" altLang="ko-KR" sz="2400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273261"/>
                  </a:ext>
                </a:extLst>
              </a:tr>
              <a:tr h="4414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Buffered + File 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스트림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Swing </a:t>
                      </a: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라이브러리</a:t>
                      </a: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조건문 추가</a:t>
                      </a:r>
                    </a:p>
                  </a:txBody>
                  <a:tcPr>
                    <a:lnL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823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53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CA72D9-2E14-2FB4-918C-2E7CDEF40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258669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23E50D-8182-E3CD-5816-E303CBB16EA2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소켓 통신</a:t>
            </a:r>
          </a:p>
        </p:txBody>
      </p:sp>
      <p:pic>
        <p:nvPicPr>
          <p:cNvPr id="1026" name="Picture 2" descr="Telecommunication - Free technology icons">
            <a:extLst>
              <a:ext uri="{FF2B5EF4-FFF2-40B4-BE49-F238E27FC236}">
                <a16:creationId xmlns:a16="http://schemas.microsoft.com/office/drawing/2014/main" id="{F1E9B8BC-9541-5678-A32A-8E653C5C4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42" y="1586663"/>
            <a:ext cx="1625834" cy="162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67E4F-8FAB-5DEF-5192-D0F5609F0118}"/>
              </a:ext>
            </a:extLst>
          </p:cNvPr>
          <p:cNvSpPr txBox="1"/>
          <p:nvPr/>
        </p:nvSpPr>
        <p:spPr>
          <a:xfrm>
            <a:off x="2719664" y="1465976"/>
            <a:ext cx="2968072" cy="18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소켓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네트워크에서 실행되는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두 프로그램 간 서로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통신할 수 있는 창구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C333C-89E8-25FC-F81C-4ED64F001ADD}"/>
              </a:ext>
            </a:extLst>
          </p:cNvPr>
          <p:cNvSpPr txBox="1"/>
          <p:nvPr/>
        </p:nvSpPr>
        <p:spPr>
          <a:xfrm>
            <a:off x="367365" y="3314815"/>
            <a:ext cx="5214923" cy="505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소켓 </a:t>
            </a:r>
            <a:r>
              <a:rPr lang="en-US" altLang="ko-KR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= </a:t>
            </a:r>
            <a:r>
              <a:rPr lang="ko-KR" altLang="en-US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프로토콜 </a:t>
            </a:r>
            <a:r>
              <a:rPr lang="en-US" altLang="ko-KR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+ IP</a:t>
            </a:r>
            <a:r>
              <a:rPr lang="ko-KR" altLang="en-US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주소 </a:t>
            </a:r>
            <a:r>
              <a:rPr lang="en-US" altLang="ko-KR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+ </a:t>
            </a:r>
            <a:r>
              <a:rPr lang="ko-KR" altLang="en-US" sz="2000">
                <a:solidFill>
                  <a:schemeClr val="accent5">
                    <a:lumMod val="75000"/>
                  </a:schemeClr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포트</a:t>
            </a:r>
            <a:endParaRPr lang="en-US" altLang="ko-KR" sz="2000">
              <a:solidFill>
                <a:schemeClr val="accent5">
                  <a:lumMod val="75000"/>
                </a:schemeClr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1028" name="Picture 4" descr="File transfer protocol - Free files and folders icons">
            <a:extLst>
              <a:ext uri="{FF2B5EF4-FFF2-40B4-BE49-F238E27FC236}">
                <a16:creationId xmlns:a16="http://schemas.microsoft.com/office/drawing/2014/main" id="{90B4BD88-DD3B-0E92-9D76-7124C5301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266" y="1667912"/>
            <a:ext cx="1561052" cy="156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0BFF3E-3EE4-4C48-80EE-36B8C816C431}"/>
              </a:ext>
            </a:extLst>
          </p:cNvPr>
          <p:cNvSpPr txBox="1"/>
          <p:nvPr/>
        </p:nvSpPr>
        <p:spPr>
          <a:xfrm>
            <a:off x="8147341" y="1465976"/>
            <a:ext cx="2968072" cy="18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프로토콜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컴퓨터 사이에서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데이터를 주고 받는 데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필요한 약속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1030" name="Picture 6" descr="IP Address - Free technology icons">
            <a:extLst>
              <a:ext uri="{FF2B5EF4-FFF2-40B4-BE49-F238E27FC236}">
                <a16:creationId xmlns:a16="http://schemas.microsoft.com/office/drawing/2014/main" id="{4E9A2F35-4113-0105-3CCD-66B540A9F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42" y="4179508"/>
            <a:ext cx="1625834" cy="162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CE3F27-4340-5341-64BE-09B6FEC08A19}"/>
              </a:ext>
            </a:extLst>
          </p:cNvPr>
          <p:cNvSpPr txBox="1"/>
          <p:nvPr/>
        </p:nvSpPr>
        <p:spPr>
          <a:xfrm>
            <a:off x="2719664" y="3990682"/>
            <a:ext cx="2968072" cy="18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IP </a:t>
            </a: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주소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네트워크에서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각 장비를 식별하기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위한 고유 주소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1032" name="Picture 8" descr="Connection - Free networking icons">
            <a:extLst>
              <a:ext uri="{FF2B5EF4-FFF2-40B4-BE49-F238E27FC236}">
                <a16:creationId xmlns:a16="http://schemas.microsoft.com/office/drawing/2014/main" id="{86E1C378-56FA-9096-AAFD-CF9F5AF01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856" y="4104165"/>
            <a:ext cx="1621872" cy="16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5E79E7-AF33-0B4C-4529-2DFD6E87AB31}"/>
              </a:ext>
            </a:extLst>
          </p:cNvPr>
          <p:cNvSpPr txBox="1"/>
          <p:nvPr/>
        </p:nvSpPr>
        <p:spPr>
          <a:xfrm>
            <a:off x="8147341" y="3990682"/>
            <a:ext cx="2968072" cy="18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포트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장치 식별 이후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통신할 프로세스를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구분하기 위한 번호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502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50A4D94-3FF2-CE4D-A5E2-EF12E23AA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34890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5FDCB6B-E994-E9EB-D743-0C32601A485A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dirty="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소켓 통신 </a:t>
            </a:r>
            <a:r>
              <a:rPr lang="en-US" altLang="ko-KR" sz="5000" dirty="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5000" dirty="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비유</a:t>
            </a:r>
          </a:p>
        </p:txBody>
      </p:sp>
      <p:pic>
        <p:nvPicPr>
          <p:cNvPr id="2050" name="Picture 2" descr="Post office - Free buildings icons">
            <a:extLst>
              <a:ext uri="{FF2B5EF4-FFF2-40B4-BE49-F238E27FC236}">
                <a16:creationId xmlns:a16="http://schemas.microsoft.com/office/drawing/2014/main" id="{93500A86-DB8B-E65A-09C8-EC8033C86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488" y="1260797"/>
            <a:ext cx="1963024" cy="196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601743-C226-3A52-A6F2-403BE09E129A}"/>
              </a:ext>
            </a:extLst>
          </p:cNvPr>
          <p:cNvSpPr txBox="1"/>
          <p:nvPr/>
        </p:nvSpPr>
        <p:spPr>
          <a:xfrm>
            <a:off x="4611964" y="3086301"/>
            <a:ext cx="296807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소켓</a:t>
            </a:r>
            <a:endParaRPr lang="en-US" altLang="ko-KR" sz="2400" dirty="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2052" name="Picture 4" descr="Arab man - Free people icons">
            <a:extLst>
              <a:ext uri="{FF2B5EF4-FFF2-40B4-BE49-F238E27FC236}">
                <a16:creationId xmlns:a16="http://schemas.microsoft.com/office/drawing/2014/main" id="{902AE227-41A5-C04D-0725-BB89019E5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91" y="1510285"/>
            <a:ext cx="1609987" cy="160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뚱뚱한 소년 죄송합니다 - 무료 사람들개 아이콘">
            <a:extLst>
              <a:ext uri="{FF2B5EF4-FFF2-40B4-BE49-F238E27FC236}">
                <a16:creationId xmlns:a16="http://schemas.microsoft.com/office/drawing/2014/main" id="{2C607C09-A77B-A5D7-78A8-DEFD5B62D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150" y="1333767"/>
            <a:ext cx="1609987" cy="160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2E70D-C249-AE99-32E0-EF5ADCC05280}"/>
              </a:ext>
            </a:extLst>
          </p:cNvPr>
          <p:cNvSpPr txBox="1"/>
          <p:nvPr/>
        </p:nvSpPr>
        <p:spPr>
          <a:xfrm>
            <a:off x="89948" y="3135169"/>
            <a:ext cx="296807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서버</a:t>
            </a:r>
            <a:endParaRPr lang="en-US" altLang="ko-KR" sz="2400" dirty="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9EB15-75CE-E883-4359-1D8082764990}"/>
              </a:ext>
            </a:extLst>
          </p:cNvPr>
          <p:cNvSpPr txBox="1"/>
          <p:nvPr/>
        </p:nvSpPr>
        <p:spPr>
          <a:xfrm>
            <a:off x="9036107" y="3135168"/>
            <a:ext cx="296807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클라이언트</a:t>
            </a:r>
            <a:endParaRPr lang="en-US" altLang="ko-KR" sz="2400" dirty="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AE47C-043F-E29B-6889-3FC47C992EB5}"/>
              </a:ext>
            </a:extLst>
          </p:cNvPr>
          <p:cNvSpPr txBox="1"/>
          <p:nvPr/>
        </p:nvSpPr>
        <p:spPr>
          <a:xfrm>
            <a:off x="2378978" y="5674687"/>
            <a:ext cx="296807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프로토콜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2062" name="Picture 14" descr="언어 학습 - 무료 교육개 아이콘">
            <a:extLst>
              <a:ext uri="{FF2B5EF4-FFF2-40B4-BE49-F238E27FC236}">
                <a16:creationId xmlns:a16="http://schemas.microsoft.com/office/drawing/2014/main" id="{42894467-8BCF-5FD4-2325-2470E6499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020" y="3929161"/>
            <a:ext cx="1609987" cy="160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위치 - 무료 지도 및 위치개 아이콘">
            <a:extLst>
              <a:ext uri="{FF2B5EF4-FFF2-40B4-BE49-F238E27FC236}">
                <a16:creationId xmlns:a16="http://schemas.microsoft.com/office/drawing/2014/main" id="{0E92607F-AEC3-4EDC-00BE-2C59F30A9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461" y="3929161"/>
            <a:ext cx="1609987" cy="160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F98F18-194B-1D77-5FBD-0EAB12242814}"/>
              </a:ext>
            </a:extLst>
          </p:cNvPr>
          <p:cNvSpPr txBox="1"/>
          <p:nvPr/>
        </p:nvSpPr>
        <p:spPr>
          <a:xfrm>
            <a:off x="4611964" y="5674687"/>
            <a:ext cx="296807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IP </a:t>
            </a: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주소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2068" name="Picture 20" descr="Woman - Free user icons">
            <a:extLst>
              <a:ext uri="{FF2B5EF4-FFF2-40B4-BE49-F238E27FC236}">
                <a16:creationId xmlns:a16="http://schemas.microsoft.com/office/drawing/2014/main" id="{C4B37C0C-0130-CD74-3567-EC1BCC59A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05" y="3908388"/>
            <a:ext cx="1609988" cy="160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FF2AC5-C7E8-7659-6548-9DD834664469}"/>
              </a:ext>
            </a:extLst>
          </p:cNvPr>
          <p:cNvSpPr txBox="1"/>
          <p:nvPr/>
        </p:nvSpPr>
        <p:spPr>
          <a:xfrm>
            <a:off x="6878448" y="5674687"/>
            <a:ext cx="2968072" cy="587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포트</a:t>
            </a:r>
            <a:endParaRPr lang="en-US" altLang="ko-KR" sz="2400">
              <a:solidFill>
                <a:srgbClr val="E4650E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75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48D9FD-151A-BAB1-1151-AEEE72402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85324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0465B7-C657-CFA7-CFB5-ADC2EB90AC54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역할 분담</a:t>
            </a:r>
          </a:p>
        </p:txBody>
      </p:sp>
      <p:pic>
        <p:nvPicPr>
          <p:cNvPr id="3074" name="Picture 2" descr="Leader - Free user icons">
            <a:extLst>
              <a:ext uri="{FF2B5EF4-FFF2-40B4-BE49-F238E27FC236}">
                <a16:creationId xmlns:a16="http://schemas.microsoft.com/office/drawing/2014/main" id="{F0110772-FB66-BC66-5D60-BE87ECA84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573" y="1930167"/>
            <a:ext cx="1777767" cy="177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21DD5E-5C7A-6111-4FD4-8BD3089FE698}"/>
              </a:ext>
            </a:extLst>
          </p:cNvPr>
          <p:cNvSpPr txBox="1"/>
          <p:nvPr/>
        </p:nvSpPr>
        <p:spPr>
          <a:xfrm>
            <a:off x="3310387" y="1767980"/>
            <a:ext cx="3233026" cy="1431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김수영</a:t>
            </a:r>
          </a:p>
          <a:p>
            <a:pPr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서버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클라이언트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기본 기능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2️⃣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소켓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1800" err="1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멀티스레드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스트림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3076" name="Picture 4" descr="Girl - Free social icons">
            <a:extLst>
              <a:ext uri="{FF2B5EF4-FFF2-40B4-BE49-F238E27FC236}">
                <a16:creationId xmlns:a16="http://schemas.microsoft.com/office/drawing/2014/main" id="{543FA689-82FD-EEEF-ADD5-1B16EFBB0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935" y="1841886"/>
            <a:ext cx="1810284" cy="181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33F9A7-D069-85EA-A34F-93C59D718D82}"/>
              </a:ext>
            </a:extLst>
          </p:cNvPr>
          <p:cNvSpPr txBox="1"/>
          <p:nvPr/>
        </p:nvSpPr>
        <p:spPr>
          <a:xfrm>
            <a:off x="8488219" y="1767980"/>
            <a:ext cx="2968072" cy="101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박지은</a:t>
            </a:r>
          </a:p>
          <a:p>
            <a:pPr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</a:t>
            </a: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서버 파일 입출력 구현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3078" name="Picture 6" descr="Man - Free people icons">
            <a:extLst>
              <a:ext uri="{FF2B5EF4-FFF2-40B4-BE49-F238E27FC236}">
                <a16:creationId xmlns:a16="http://schemas.microsoft.com/office/drawing/2014/main" id="{051A343D-4F16-734D-510E-E6E76655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710" y="4093998"/>
            <a:ext cx="1902204" cy="190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35996-DC0F-6CAE-28C2-AE63CE36D0F7}"/>
              </a:ext>
            </a:extLst>
          </p:cNvPr>
          <p:cNvSpPr txBox="1"/>
          <p:nvPr/>
        </p:nvSpPr>
        <p:spPr>
          <a:xfrm>
            <a:off x="3310387" y="4093998"/>
            <a:ext cx="2968072" cy="101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이수진</a:t>
            </a:r>
          </a:p>
          <a:p>
            <a:pPr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클라이언트 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GUI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구현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3080" name="Picture 8" descr="Person male shape - Free people icons">
            <a:extLst>
              <a:ext uri="{FF2B5EF4-FFF2-40B4-BE49-F238E27FC236}">
                <a16:creationId xmlns:a16="http://schemas.microsoft.com/office/drawing/2014/main" id="{4B550512-DED8-2C14-AA6E-2A38FEB98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935" y="4092015"/>
            <a:ext cx="1902204" cy="190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607D6D-5C96-38CE-4BBB-165AAA869613}"/>
              </a:ext>
            </a:extLst>
          </p:cNvPr>
          <p:cNvSpPr txBox="1"/>
          <p:nvPr/>
        </p:nvSpPr>
        <p:spPr>
          <a:xfrm>
            <a:off x="8532833" y="4093998"/>
            <a:ext cx="2968072" cy="101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황태윤</a:t>
            </a:r>
          </a:p>
          <a:p>
            <a:pPr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클라이언트 명령어 기능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133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686204" y="715747"/>
            <a:ext cx="2642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0" i="0" u="none" strike="noStrike" kern="1200">
                <a:solidFill>
                  <a:srgbClr val="000000"/>
                </a:solidFill>
                <a:effectLst/>
                <a:latin typeface="Noto Sans CJK KR Bold" panose="020B0800000000000000"/>
                <a:ea typeface="Noto Sans CJK KR Bold" panose="020B0800000000000000"/>
              </a:rPr>
              <a:t>프로그램 실행</a:t>
            </a:r>
            <a:endParaRPr lang="ko-KR" altLang="ko-KR" sz="2800" b="0" i="0" u="none" strike="noStrike">
              <a:effectLst/>
              <a:latin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86A2C9-0C9F-0EFD-AB5A-FE2C2F84BC06}"/>
              </a:ext>
            </a:extLst>
          </p:cNvPr>
          <p:cNvSpPr/>
          <p:nvPr/>
        </p:nvSpPr>
        <p:spPr>
          <a:xfrm>
            <a:off x="564222" y="794477"/>
            <a:ext cx="121983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77C023-B494-D618-FBF7-A9628C12A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918" y="1725524"/>
            <a:ext cx="4108164" cy="421598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2509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91F5426-E872-40B8-F03C-AA8EFB8C6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46274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90FE03-7079-CFC3-1440-8764F74D1D4A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구성</a:t>
            </a:r>
          </a:p>
        </p:txBody>
      </p:sp>
      <p:pic>
        <p:nvPicPr>
          <p:cNvPr id="6" name="Picture 2" descr="Server - Free computer icons">
            <a:extLst>
              <a:ext uri="{FF2B5EF4-FFF2-40B4-BE49-F238E27FC236}">
                <a16:creationId xmlns:a16="http://schemas.microsoft.com/office/drawing/2014/main" id="{3C96F74E-A98B-029F-E069-DBE7F6AA4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313" y="1846277"/>
            <a:ext cx="1582723" cy="15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668479-87D3-06F6-87C5-BC1FEF8198D8}"/>
              </a:ext>
            </a:extLst>
          </p:cNvPr>
          <p:cNvSpPr txBox="1"/>
          <p:nvPr/>
        </p:nvSpPr>
        <p:spPr>
          <a:xfrm>
            <a:off x="3460459" y="1575520"/>
            <a:ext cx="2269222" cy="2124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package server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</a:t>
            </a: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ServerApp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2️⃣ </a:t>
            </a: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ChatServer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3️⃣ </a:t>
            </a: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ServerThread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4️⃣ </a:t>
            </a: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CSVReader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8" name="Picture 4" descr="Result - Free computer icons">
            <a:extLst>
              <a:ext uri="{FF2B5EF4-FFF2-40B4-BE49-F238E27FC236}">
                <a16:creationId xmlns:a16="http://schemas.microsoft.com/office/drawing/2014/main" id="{DBFE18FE-962D-91D7-69C9-06E55546F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321" y="1763141"/>
            <a:ext cx="1582723" cy="15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C4974E-C456-8795-7D10-5E1FC91B1093}"/>
              </a:ext>
            </a:extLst>
          </p:cNvPr>
          <p:cNvSpPr txBox="1"/>
          <p:nvPr/>
        </p:nvSpPr>
        <p:spPr>
          <a:xfrm>
            <a:off x="8612698" y="1936946"/>
            <a:ext cx="2905386" cy="129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package client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</a:t>
            </a:r>
            <a:r>
              <a:rPr lang="en-US" altLang="ko-KR" sz="18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CUI </a:t>
            </a: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ClientApp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2️⃣ </a:t>
            </a:r>
            <a:r>
              <a:rPr lang="en-US" altLang="ko-KR" sz="18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GUI</a:t>
            </a: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SwingClientApp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70594-3721-1325-D722-374BCB9E7581}"/>
              </a:ext>
            </a:extLst>
          </p:cNvPr>
          <p:cNvSpPr txBox="1"/>
          <p:nvPr/>
        </p:nvSpPr>
        <p:spPr>
          <a:xfrm>
            <a:off x="3460459" y="4024787"/>
            <a:ext cx="2269222" cy="1708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package common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Chat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2️⃣ User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3️⃣ Constants</a:t>
            </a:r>
          </a:p>
        </p:txBody>
      </p:sp>
      <p:pic>
        <p:nvPicPr>
          <p:cNvPr id="2052" name="Picture 4" descr="Document Settings - Free interface icons">
            <a:extLst>
              <a:ext uri="{FF2B5EF4-FFF2-40B4-BE49-F238E27FC236}">
                <a16:creationId xmlns:a16="http://schemas.microsoft.com/office/drawing/2014/main" id="{D9A2BE06-E275-6A9C-DF3F-33753E86C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938" y="4175229"/>
            <a:ext cx="1740521" cy="174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atabase - Free computer icons">
            <a:extLst>
              <a:ext uri="{FF2B5EF4-FFF2-40B4-BE49-F238E27FC236}">
                <a16:creationId xmlns:a16="http://schemas.microsoft.com/office/drawing/2014/main" id="{D2DF22E0-BD3A-A528-6F98-CBEA942EF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421" y="4083510"/>
            <a:ext cx="1740521" cy="174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846A71-C0C4-8D63-E3F8-322C7F069D24}"/>
              </a:ext>
            </a:extLst>
          </p:cNvPr>
          <p:cNvSpPr txBox="1"/>
          <p:nvPr/>
        </p:nvSpPr>
        <p:spPr>
          <a:xfrm>
            <a:off x="8612698" y="4226262"/>
            <a:ext cx="2467319" cy="129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Others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1️⃣ Chat.csv</a:t>
            </a:r>
          </a:p>
          <a:p>
            <a:pPr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2️⃣ User.csv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598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B90D5-1275-FE27-D8CA-B00D5DAB0172}"/>
              </a:ext>
            </a:extLst>
          </p:cNvPr>
          <p:cNvSpPr/>
          <p:nvPr/>
        </p:nvSpPr>
        <p:spPr>
          <a:xfrm>
            <a:off x="0" y="2369006"/>
            <a:ext cx="12192000" cy="21199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2101515" y="2851508"/>
            <a:ext cx="79889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서버 및 클라이언트 기본 기능</a:t>
            </a:r>
            <a:endParaRPr lang="en-US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소켓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스트림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4000" b="0" i="0" u="none" strike="noStrike" err="1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멀티스레드</a:t>
            </a:r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endParaRPr lang="ko-KR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marR="0" indent="0" rtl="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ko-KR" sz="40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975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94FFA57-AC46-CFD8-BFEA-18745C65C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71215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F175FF-B13E-BB6F-9E1C-A2300908579A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Chat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CBA732-3B14-0431-3379-A5038F691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968137"/>
            <a:ext cx="8211696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02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88455C-246C-C4F2-1509-1024806A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82481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BDA65AF-A45B-273A-046E-8D021C48B7AF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Chat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006E5E-3FE1-B381-A7C5-081D995B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844295"/>
            <a:ext cx="7287642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47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0FD06C-2766-7F9D-32AA-43814D482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9951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2E2482D-241D-DD8F-1244-5144DC4D8872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User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64C7F6-01AE-E0CE-AD73-E05154A7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46" y="2000050"/>
            <a:ext cx="919290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71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E9B3B3B-6024-81B4-CE4B-4C6568A6B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969" y="1570183"/>
            <a:ext cx="7466062" cy="4630962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3190A51-67C8-DBC8-C39F-E88A47E1D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422517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18CD61-0E91-024A-9D1F-3C7C14AB796A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User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4638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B28138-A0C1-5C34-AFA3-1B0868CBE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6" y="2014712"/>
            <a:ext cx="6935168" cy="371526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B3E24FE-35AC-B8FA-FA02-5912EF4D3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912989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9CA652-2430-449D-9430-85361920294B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Constants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771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5CB6673-3B97-3AE9-E1D6-87FFA6DCA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554902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8BD1443-C5D7-7A5C-FD4B-135A8585302C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2381E9-9928-6214-B110-B7134C5F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1801280"/>
            <a:ext cx="9669224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23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0C71828-D4D5-64D3-73D3-94D978F2E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567931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70E0525-4AF1-B15F-7B6E-49E287B1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1964579"/>
            <a:ext cx="10012172" cy="3381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F88DD-55C8-E4AF-856B-CF6D40F85E53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87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5EAD749-8CC2-F9E7-6BA8-F7EB9F1A4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4106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8BF1391-A4A0-70F7-F9B0-EB4D91E653F7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560DF7-D8FF-0EE5-CCFE-1CAC8C01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1787845"/>
            <a:ext cx="9602540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08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BC7496-2E8F-FFEB-FE4C-ACD3C9847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672154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0823EEA-AD34-CDAB-2661-9E76A1432CB9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ChatServer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E306F0-2083-65F6-101B-FE2090B85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1828226"/>
            <a:ext cx="10002646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97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AFA358-1744-886E-CD1D-5E0D8A7B9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1737743"/>
            <a:ext cx="6544588" cy="401058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3F27248-92CE-7CF3-B968-825919516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585102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2C19A8-E93C-EA05-DB2D-3C845CD9676C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ChatServer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204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BFA3D66-FE7B-F2AB-F4A8-0790DEB3C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00554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A5B0AE-5229-B029-66E7-24B947B3DD32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ChatServer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53E21D-1AB3-DD7F-8184-16BC646EC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84" y="1544214"/>
            <a:ext cx="6668431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61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0D6D99-425A-99CD-E277-9BE05165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1570238"/>
            <a:ext cx="8830907" cy="485842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BD55BA-0DBC-6B27-3C06-CE6257395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81702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2DD552-F030-8B3B-C29B-D5BFC961FDA5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ChatServer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3971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EB9DB5-8F9B-F00E-7933-F258C696E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745" y="1514828"/>
            <a:ext cx="8762509" cy="500339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30C826-E22D-8429-085C-1BB64244B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944762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98BBF2-9456-5C07-30A1-EB8D6A99CD80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ChatServer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2786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FBD733-BAE1-E759-9117-AE7633B75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856" y="1532140"/>
            <a:ext cx="9624288" cy="472165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935924-B289-5EA7-AF25-8640E4322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6836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D1A9CE-9133-26B2-DB32-C9B86592B7A5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ChatServer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0972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845AA07-8CE9-57AA-C4B5-778E9231A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612856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F71EF4-5C83-F2CC-8C85-B75FF41B0D43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ServerThread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12FB26-09A0-E47F-9DCA-4784CCE1D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94" y="1785503"/>
            <a:ext cx="7964011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74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C9A103E-A7BC-01D5-0652-21CCBA62E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397381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74F6465-73BA-8CD0-0157-ACB011F7B142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ServerThread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24E351-C585-BE5D-A460-FE8549BC5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784" y="1542473"/>
            <a:ext cx="7732432" cy="494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57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E333B4-3FE4-C69A-4A23-583CFB2C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2037657"/>
            <a:ext cx="8268854" cy="372479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E3A9810-0C92-4895-A09D-9A57F089F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959539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95AD17-8E10-E624-C2B0-0F7F78285121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ServerThread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256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ADCB76-DD33-4E43-4E9B-917C2BCF6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2133419"/>
            <a:ext cx="9650172" cy="259116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9334FE-7558-378B-2339-898272D19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84623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B7BF3D-CA46-19B2-8BDA-60E783C07139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ServerThread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121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D598C2-1B45-CE55-E339-135028EDF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674" y="1792428"/>
            <a:ext cx="7684652" cy="460318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956000B-5813-B24C-7403-0C019BA46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013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B0143C-0B64-8049-92E8-79EACC8AA0A6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ServerThread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11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3C89AD-8FA6-AFB1-554F-071B385B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1558441"/>
            <a:ext cx="7687748" cy="4867954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7E84730-C0CD-C2C7-9D93-8BE2CF92E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72875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80FC85-73C5-F468-FC22-980BF0A38BE0}"/>
              </a:ext>
            </a:extLst>
          </p:cNvPr>
          <p:cNvSpPr txBox="1"/>
          <p:nvPr/>
        </p:nvSpPr>
        <p:spPr>
          <a:xfrm>
            <a:off x="1540300" y="604202"/>
            <a:ext cx="9111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ServerThread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7453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A0AC12B-E5B4-55CE-6C47-B0AF31321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706664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2B9480-867D-65CE-D814-0D16F5990B9B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473F79-80C1-B8AE-DEAB-7E9C738E5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34" y="1808003"/>
            <a:ext cx="10262532" cy="431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86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562442-D5AC-1586-A603-A66C4787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600290"/>
            <a:ext cx="8128000" cy="4765784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20287F-68D9-9EEB-CDC9-F02F50BB4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364278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C485FE-5762-F399-EE67-91E2A2F08736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164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774362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0E2EF0-FB8E-C926-E6EE-21748674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37" y="2731875"/>
            <a:ext cx="699232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59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B90D5-1275-FE27-D8CA-B00D5DAB0172}"/>
              </a:ext>
            </a:extLst>
          </p:cNvPr>
          <p:cNvSpPr/>
          <p:nvPr/>
        </p:nvSpPr>
        <p:spPr>
          <a:xfrm>
            <a:off x="0" y="2369006"/>
            <a:ext cx="12192000" cy="21199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2976070" y="2851508"/>
            <a:ext cx="6239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사용자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채팅 정보 저장 </a:t>
            </a:r>
            <a:endParaRPr lang="en-US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HashMap</a:t>
            </a:r>
            <a:endParaRPr lang="ko-KR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marR="0" indent="0" rtl="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ko-KR" sz="40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858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9768" y="1059194"/>
            <a:ext cx="36902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>
                <a:solidFill>
                  <a:srgbClr val="E4650E"/>
                </a:solidFill>
                <a:latin typeface="G마켓 산스 TTF Medium"/>
                <a:ea typeface="G마켓 산스 TTF Medium"/>
              </a:rPr>
              <a:t>HashMap</a:t>
            </a:r>
            <a:r>
              <a:rPr lang="ko-KR" altLang="en-US" sz="4000">
                <a:solidFill>
                  <a:srgbClr val="000000"/>
                </a:solidFill>
                <a:latin typeface="SFProDisplay"/>
              </a:rPr>
              <a:t>  </a:t>
            </a:r>
            <a:endParaRPr lang="en-US" altLang="ko-KR" sz="4000">
              <a:solidFill>
                <a:srgbClr val="000000"/>
              </a:solidFill>
              <a:latin typeface="SFPro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9312" y="3875016"/>
            <a:ext cx="32714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>
                <a:solidFill>
                  <a:srgbClr val="E4650E"/>
                </a:solidFill>
                <a:latin typeface="G마켓 산스 TTF Medium"/>
                <a:ea typeface="G마켓 산스 TTF Medium"/>
              </a:rPr>
              <a:t>CSV </a:t>
            </a:r>
            <a:r>
              <a:rPr lang="ko-KR" altLang="en-US" sz="3600">
                <a:solidFill>
                  <a:srgbClr val="E4650E"/>
                </a:solidFill>
                <a:latin typeface="G마켓 산스 TTF Medium"/>
                <a:ea typeface="G마켓 산스 TTF Medium"/>
              </a:rPr>
              <a:t>파일  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250508" y="4992636"/>
            <a:ext cx="2522889" cy="15878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b="23460"/>
          <a:stretch>
            <a:fillRect/>
          </a:stretch>
        </p:blipFill>
        <p:spPr>
          <a:xfrm>
            <a:off x="3351186" y="4992636"/>
            <a:ext cx="2344499" cy="15878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3294668" y="1721924"/>
            <a:ext cx="8153173" cy="780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해시맵은 데이터의 순서를 유지 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X -&gt; </a:t>
            </a:r>
            <a:r>
              <a:rPr lang="ko-KR" altLang="en-US" sz="1100" b="0" i="0" u="sng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데이터의 순서를 유지해야 하는 경우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에는 </a:t>
            </a:r>
            <a:r>
              <a:rPr lang="en-US" altLang="ko-KR" sz="20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LinkedHashMap</a:t>
            </a:r>
            <a:r>
              <a:rPr lang="ko-KR" altLang="en-US" sz="2000">
                <a:solidFill>
                  <a:srgbClr val="000000"/>
                </a:solidFill>
                <a:latin typeface="Noto Sans CJK KR Medium"/>
                <a:ea typeface="Noto Sans CJK KR Medium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Noto Sans CJK KR Medium"/>
                <a:ea typeface="Noto Sans CJK KR Medium"/>
              </a:rPr>
              <a:t>사용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해시 테이블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(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데이터 저장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, 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검색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)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과 링크드 리스트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(Linked List)(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데이터 순서 유지</a:t>
            </a:r>
            <a:r>
              <a:rPr lang="en-US" altLang="ko-KR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)</a:t>
            </a:r>
            <a:r>
              <a:rPr lang="ko-KR" altLang="en-US" sz="1100" b="0" i="0">
                <a:solidFill>
                  <a:srgbClr val="000000"/>
                </a:solidFill>
                <a:effectLst/>
                <a:latin typeface="Noto Sans CJK KR Medium"/>
                <a:ea typeface="Noto Sans CJK KR Medium"/>
              </a:rPr>
              <a:t>를 결합한 자료구조로 데이터의 순서를 유지</a:t>
            </a:r>
            <a:endParaRPr lang="en-US" altLang="ko-KR" sz="1100" b="0" i="0">
              <a:solidFill>
                <a:srgbClr val="000000"/>
              </a:solidFill>
              <a:effectLst/>
              <a:latin typeface="Noto Sans CJK KR Medium"/>
              <a:ea typeface="Noto Sans CJK KR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05045" y="4599245"/>
            <a:ext cx="2436779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▶ 메모장에서 열었을 때</a:t>
            </a:r>
            <a:endParaRPr lang="ko-KR" altLang="en-US" sz="1100" b="0" i="0">
              <a:solidFill>
                <a:schemeClr val="tx1">
                  <a:lumMod val="75000"/>
                  <a:lumOff val="25000"/>
                </a:schemeClr>
              </a:solidFill>
              <a:latin typeface="Noto Sans CJK KR Medium"/>
              <a:ea typeface="Noto Sans CJK KR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50508" y="4599245"/>
            <a:ext cx="2436779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▶ 엑셀에서 열었을 때</a:t>
            </a:r>
            <a:endParaRPr lang="ko-KR" altLang="en-US" sz="1100" b="0" i="0">
              <a:solidFill>
                <a:schemeClr val="tx1">
                  <a:lumMod val="75000"/>
                  <a:lumOff val="25000"/>
                </a:schemeClr>
              </a:solidFill>
              <a:latin typeface="Noto Sans CJK KR Medium"/>
              <a:ea typeface="Noto Sans CJK KR Medium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6151" y="5160640"/>
            <a:ext cx="1293538" cy="320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,</a:t>
            </a:r>
            <a:r>
              <a:rPr lang="ko-KR" altLang="en-US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콤마로 셀을 구분 </a:t>
            </a:r>
            <a:endParaRPr lang="ko-KR" altLang="en-US" sz="1100" b="0" i="0">
              <a:solidFill>
                <a:schemeClr val="tx1">
                  <a:lumMod val="75000"/>
                  <a:lumOff val="25000"/>
                </a:schemeClr>
              </a:solidFill>
              <a:latin typeface="Noto Sans CJK KR Medium"/>
              <a:ea typeface="Noto Sans CJK KR Medium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5045" y="2655861"/>
            <a:ext cx="4709490" cy="319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▶ </a:t>
            </a:r>
            <a:r>
              <a:rPr lang="en-US" altLang="ko-KR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userMap</a:t>
            </a:r>
            <a:r>
              <a:rPr lang="ko-KR" altLang="en-US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과 </a:t>
            </a:r>
            <a:r>
              <a:rPr lang="en-US" altLang="ko-KR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chatMap </a:t>
            </a:r>
            <a:r>
              <a:rPr lang="ko-KR" altLang="en-US" sz="11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CJK KR Medium"/>
                <a:ea typeface="Noto Sans CJK KR Medium"/>
              </a:rPr>
              <a:t>생성</a:t>
            </a:r>
            <a:endParaRPr lang="ko-KR" altLang="en-US" sz="1100" b="0" i="0">
              <a:solidFill>
                <a:schemeClr val="tx1">
                  <a:lumMod val="75000"/>
                  <a:lumOff val="25000"/>
                </a:schemeClr>
              </a:solidFill>
              <a:latin typeface="Noto Sans CJK KR Medium"/>
              <a:ea typeface="Noto Sans CJK KR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94668" y="1348806"/>
            <a:ext cx="7332845" cy="363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데이터 저장 및 검색을 위해 사용되는 </a:t>
            </a:r>
            <a:r>
              <a:rPr lang="ko-KR" altLang="en-US" sz="12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자료구조로</a:t>
            </a:r>
            <a:r>
              <a:rPr lang="en-US" altLang="ko-KR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  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/>
                <a:ea typeface="Noto Sans CJK KR Medium"/>
              </a:rPr>
              <a:t>키</a:t>
            </a: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/>
                <a:ea typeface="Noto Sans CJK KR Medium"/>
              </a:rPr>
              <a:t>(key)</a:t>
            </a: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와 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/>
                <a:ea typeface="Noto Sans CJK KR Medium"/>
              </a:rPr>
              <a:t>값</a:t>
            </a: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/>
                <a:ea typeface="Noto Sans CJK KR Medium"/>
              </a:rPr>
              <a:t>(value) </a:t>
            </a: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쌍으로 구성 </a:t>
            </a:r>
            <a:r>
              <a:rPr lang="en-US" altLang="ko-KR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-&gt; </a:t>
            </a: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키를 이용하여 값을 빠르게 검색</a:t>
            </a:r>
            <a:endParaRPr lang="ko-KR" altLang="en-US" sz="1100" b="0" i="0">
              <a:solidFill>
                <a:schemeClr val="bg2">
                  <a:lumMod val="25000"/>
                </a:schemeClr>
              </a:solidFill>
              <a:latin typeface="Noto Sans CJK KR Medium"/>
              <a:ea typeface="Noto Sans CJK KR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06427" y="4059179"/>
            <a:ext cx="6729605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쉼표</a:t>
            </a:r>
            <a:r>
              <a:rPr lang="en-US" altLang="ko-KR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(,)</a:t>
            </a: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로 구분된 데이터를 저장하는 파일 형식으로 일반적으로 텍스트 기반이며</a:t>
            </a:r>
            <a:r>
              <a:rPr lang="en-US" altLang="ko-KR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, </a:t>
            </a:r>
            <a:r>
              <a: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/>
                <a:ea typeface="Noto Sans CJK KR Medium"/>
              </a:rPr>
              <a:t>데이터를 표 형태로 저장</a:t>
            </a:r>
            <a:endParaRPr lang="ko-KR" altLang="en-US" sz="1100" b="0" i="0">
              <a:solidFill>
                <a:schemeClr val="bg2">
                  <a:lumMod val="25000"/>
                </a:schemeClr>
              </a:solidFill>
              <a:latin typeface="Noto Sans CJK KR Medium"/>
              <a:ea typeface="Noto Sans CJK KR Medium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1669312" y="4416805"/>
            <a:ext cx="105226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0" y="1720075"/>
            <a:ext cx="104778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화살표: 오른쪽 31"/>
          <p:cNvSpPr/>
          <p:nvPr/>
        </p:nvSpPr>
        <p:spPr>
          <a:xfrm>
            <a:off x="6654394" y="5557263"/>
            <a:ext cx="604007" cy="32002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38" name="그룹 37"/>
          <p:cNvGrpSpPr/>
          <p:nvPr/>
        </p:nvGrpSpPr>
        <p:grpSpPr>
          <a:xfrm>
            <a:off x="84481" y="485870"/>
            <a:ext cx="4952770" cy="369332"/>
            <a:chOff x="84481" y="485870"/>
            <a:chExt cx="4952770" cy="369332"/>
          </a:xfrm>
        </p:grpSpPr>
        <p:sp>
          <p:nvSpPr>
            <p:cNvPr id="37" name="직사각형 36"/>
            <p:cNvSpPr/>
            <p:nvPr/>
          </p:nvSpPr>
          <p:spPr>
            <a:xfrm>
              <a:off x="197732" y="505309"/>
              <a:ext cx="4743045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481" y="485870"/>
              <a:ext cx="49527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indent="0" rtl="0"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| </a:t>
              </a:r>
              <a:r>
                <a:rPr lang="ko-KR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사용자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·</a:t>
              </a:r>
              <a:r>
                <a:rPr lang="ko-KR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채팅 정보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저장</a:t>
              </a:r>
              <a:r>
                <a:rPr lang="en-US" altLang="ko-KR">
                  <a:latin typeface="Arial"/>
                </a:rPr>
                <a:t> -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HashMap + CSV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활용 </a:t>
              </a:r>
              <a:endParaRPr lang="ko-KR" altLang="ko-KR" sz="1800" b="0" i="0" u="none" strike="noStrike">
                <a:effectLst/>
                <a:latin typeface="Arial"/>
              </a:endParaRPr>
            </a:p>
          </p:txBody>
        </p:sp>
      </p:grp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68214" y="3052835"/>
            <a:ext cx="6572359" cy="6388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F154C97-BE70-9A99-94F4-0600C682DC4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11B9BEEA-F1EA-C53B-29D3-37FEF20C5DE6}"/>
              </a:ext>
            </a:extLst>
          </p:cNvPr>
          <p:cNvGrpSpPr/>
          <p:nvPr/>
        </p:nvGrpSpPr>
        <p:grpSpPr>
          <a:xfrm>
            <a:off x="84481" y="485870"/>
            <a:ext cx="4952770" cy="369332"/>
            <a:chOff x="84481" y="485870"/>
            <a:chExt cx="4952770" cy="36933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7428563-6953-E867-575C-FDB7D0208A8D}"/>
                </a:ext>
              </a:extLst>
            </p:cNvPr>
            <p:cNvSpPr/>
            <p:nvPr/>
          </p:nvSpPr>
          <p:spPr>
            <a:xfrm>
              <a:off x="197732" y="505309"/>
              <a:ext cx="4743045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57C3AE-0A83-B9FE-4B44-6C285DDF2B2D}"/>
                </a:ext>
              </a:extLst>
            </p:cNvPr>
            <p:cNvSpPr txBox="1"/>
            <p:nvPr/>
          </p:nvSpPr>
          <p:spPr>
            <a:xfrm>
              <a:off x="84481" y="485870"/>
              <a:ext cx="4952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</a:t>
              </a:r>
              <a:r>
                <a:rPr lang="ko-KR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사용자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·</a:t>
              </a:r>
              <a:r>
                <a:rPr lang="ko-KR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채팅 정보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저장</a:t>
              </a:r>
              <a:r>
                <a:rPr lang="en-US" altLang="ko-KR">
                  <a:latin typeface="Arial" panose="020B0604020202020204" pitchFamily="34" charset="0"/>
                </a:rPr>
                <a:t> -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HashMap + CSV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활용 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DB14BFB-7029-95AB-05C3-F236D301CACD}"/>
              </a:ext>
            </a:extLst>
          </p:cNvPr>
          <p:cNvGrpSpPr/>
          <p:nvPr/>
        </p:nvGrpSpPr>
        <p:grpSpPr>
          <a:xfrm>
            <a:off x="-47653" y="1225942"/>
            <a:ext cx="11544744" cy="954107"/>
            <a:chOff x="-17871" y="904370"/>
            <a:chExt cx="11544744" cy="95410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0405994-403C-587A-D771-26D71B328EE4}"/>
                </a:ext>
              </a:extLst>
            </p:cNvPr>
            <p:cNvSpPr/>
            <p:nvPr/>
          </p:nvSpPr>
          <p:spPr>
            <a:xfrm>
              <a:off x="2424958" y="1190808"/>
              <a:ext cx="4421142" cy="6676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EE7E7DA-7BBC-51BE-27D6-AF94F2ACD3A5}"/>
                </a:ext>
              </a:extLst>
            </p:cNvPr>
            <p:cNvSpPr/>
            <p:nvPr/>
          </p:nvSpPr>
          <p:spPr>
            <a:xfrm>
              <a:off x="7105731" y="1190808"/>
              <a:ext cx="4421142" cy="6676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7BD8F9-5A0F-75A9-1C08-8DE70AA1CE1B}"/>
                </a:ext>
              </a:extLst>
            </p:cNvPr>
            <p:cNvSpPr txBox="1"/>
            <p:nvPr/>
          </p:nvSpPr>
          <p:spPr>
            <a:xfrm>
              <a:off x="-17871" y="904370"/>
              <a:ext cx="244282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3200" b="0" i="0">
                  <a:solidFill>
                    <a:srgbClr val="E4650E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유저 정보 </a:t>
              </a:r>
              <a:endParaRPr lang="ko-KR" altLang="en-US" sz="12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F6BE9C-69B1-5B80-35B0-79126D3DCCCB}"/>
                </a:ext>
              </a:extLst>
            </p:cNvPr>
            <p:cNvSpPr txBox="1"/>
            <p:nvPr/>
          </p:nvSpPr>
          <p:spPr>
            <a:xfrm>
              <a:off x="2546414" y="1197205"/>
              <a:ext cx="4279099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클라이언트를 생성할 때 </a:t>
              </a:r>
              <a:endParaRPr lang="en-US" altLang="ko-KR" sz="1100">
                <a:solidFill>
                  <a:schemeClr val="bg2">
                    <a:lumMod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HashMap, csv 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파일에 데이터 동시 저장됨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9B158C8-EE60-D949-33BE-CBDBB0E2963A}"/>
                </a:ext>
              </a:extLst>
            </p:cNvPr>
            <p:cNvSpPr txBox="1"/>
            <p:nvPr/>
          </p:nvSpPr>
          <p:spPr>
            <a:xfrm>
              <a:off x="7710306" y="1215005"/>
              <a:ext cx="3211992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재접속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 할 때 </a:t>
              </a:r>
              <a:r>
                <a:rPr lang="en-US" altLang="ko-KR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csv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파일 데이터 </a:t>
              </a:r>
              <a:r>
                <a:rPr lang="en-US" altLang="ko-KR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HashMap</a:t>
              </a:r>
              <a:r>
                <a:rPr lang="ko-KR" altLang="en-US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에 불러와서 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 </a:t>
              </a:r>
              <a:endParaRPr lang="en-US" altLang="ko-KR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첫 방문인지 알아보기 위해 활용</a:t>
              </a:r>
              <a:endParaRPr lang="ko-KR" altLang="en-US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2C66E1A-B59D-A54F-8E2C-B0A7190D2118}"/>
              </a:ext>
            </a:extLst>
          </p:cNvPr>
          <p:cNvSpPr txBox="1"/>
          <p:nvPr/>
        </p:nvSpPr>
        <p:spPr>
          <a:xfrm>
            <a:off x="5965681" y="956773"/>
            <a:ext cx="3709681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프로그램 실행 종료 후 </a:t>
            </a:r>
            <a:r>
              <a:rPr lang="ko-KR" altLang="en-US" sz="1100" b="0" i="0" err="1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재접속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 </a:t>
            </a: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-&gt; 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데이터 </a:t>
            </a:r>
            <a:r>
              <a:rPr lang="ko-KR" altLang="en-US" sz="1100" b="0" i="0" err="1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해시맵에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로드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87BEC8-0A91-A56A-C50E-04B5BE8D512D}"/>
              </a:ext>
            </a:extLst>
          </p:cNvPr>
          <p:cNvCxnSpPr>
            <a:cxnSpLocks/>
          </p:cNvCxnSpPr>
          <p:nvPr/>
        </p:nvCxnSpPr>
        <p:spPr>
          <a:xfrm>
            <a:off x="6961264" y="1278649"/>
            <a:ext cx="0" cy="542305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4A57804-1D15-0D07-2F23-DC2047B9A24B}"/>
              </a:ext>
            </a:extLst>
          </p:cNvPr>
          <p:cNvGrpSpPr/>
          <p:nvPr/>
        </p:nvGrpSpPr>
        <p:grpSpPr>
          <a:xfrm>
            <a:off x="-47653" y="3703739"/>
            <a:ext cx="11544744" cy="954107"/>
            <a:chOff x="-17871" y="904370"/>
            <a:chExt cx="11544744" cy="954107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A15ECC4-3DE1-2A9E-35F7-A42CE5530FF8}"/>
                </a:ext>
              </a:extLst>
            </p:cNvPr>
            <p:cNvSpPr/>
            <p:nvPr/>
          </p:nvSpPr>
          <p:spPr>
            <a:xfrm>
              <a:off x="2424958" y="1190808"/>
              <a:ext cx="4421142" cy="6676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75F096A2-7DB2-6785-3F08-BDD9350BD304}"/>
                </a:ext>
              </a:extLst>
            </p:cNvPr>
            <p:cNvSpPr/>
            <p:nvPr/>
          </p:nvSpPr>
          <p:spPr>
            <a:xfrm>
              <a:off x="7105731" y="1190808"/>
              <a:ext cx="4421142" cy="66766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F01098-EC44-0098-A539-4BB47F528488}"/>
                </a:ext>
              </a:extLst>
            </p:cNvPr>
            <p:cNvSpPr txBox="1"/>
            <p:nvPr/>
          </p:nvSpPr>
          <p:spPr>
            <a:xfrm>
              <a:off x="-17871" y="904370"/>
              <a:ext cx="244282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3200" b="0" i="0">
                  <a:solidFill>
                    <a:srgbClr val="E4650E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대화 내용</a:t>
              </a:r>
              <a:endParaRPr lang="ko-KR" altLang="en-US" sz="12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59C89C0-13AB-67D7-B725-8F1269DF1DF7}"/>
                </a:ext>
              </a:extLst>
            </p:cNvPr>
            <p:cNvSpPr txBox="1"/>
            <p:nvPr/>
          </p:nvSpPr>
          <p:spPr>
            <a:xfrm>
              <a:off x="2546414" y="1197205"/>
              <a:ext cx="4279099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클라이언트에서 메시지를 입력할 때 </a:t>
              </a:r>
              <a:endParaRPr lang="en-US" altLang="ko-KR" sz="1100">
                <a:solidFill>
                  <a:schemeClr val="bg2">
                    <a:lumMod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H</a:t>
              </a:r>
              <a:r>
                <a:rPr lang="en-US" altLang="ko-KR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ashMap, csv 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파일에 데이터 동시 저장됨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ACA9AB9-4D87-1A45-AA67-137336B6B199}"/>
                </a:ext>
              </a:extLst>
            </p:cNvPr>
            <p:cNvSpPr txBox="1"/>
            <p:nvPr/>
          </p:nvSpPr>
          <p:spPr>
            <a:xfrm>
              <a:off x="7777500" y="1215005"/>
              <a:ext cx="3304979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0" i="0" err="1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재접속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 할 때 </a:t>
              </a:r>
              <a:r>
                <a:rPr lang="en-US" altLang="ko-KR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csv</a:t>
              </a:r>
              <a:r>
                <a:rPr lang="ko-KR" altLang="en-US" sz="1100" b="0" i="0">
                  <a:solidFill>
                    <a:schemeClr val="bg2">
                      <a:lumMod val="25000"/>
                    </a:schemeClr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파일 데이터 </a:t>
              </a:r>
              <a:r>
                <a:rPr lang="en-US" altLang="ko-KR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HashMap</a:t>
              </a:r>
              <a:r>
                <a:rPr lang="ko-KR" altLang="en-US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에 불러와서</a:t>
              </a:r>
              <a:endParaRPr lang="en-US" altLang="ko-KR" sz="1100">
                <a:solidFill>
                  <a:schemeClr val="bg2">
                    <a:lumMod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100">
                  <a:solidFill>
                    <a:schemeClr val="bg2">
                      <a:lumMod val="2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이전 대화 리스트 출력을 위해 활용</a:t>
              </a:r>
              <a:endParaRPr lang="en-US" altLang="ko-KR" sz="1100" b="0" i="0">
                <a:solidFill>
                  <a:schemeClr val="bg2">
                    <a:lumMod val="2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8DD5C09-8D0C-9FD2-BF33-2C73F152F3A9}"/>
              </a:ext>
            </a:extLst>
          </p:cNvPr>
          <p:cNvSpPr txBox="1"/>
          <p:nvPr/>
        </p:nvSpPr>
        <p:spPr>
          <a:xfrm>
            <a:off x="1697579" y="968102"/>
            <a:ext cx="2625846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프로그램 실행 </a:t>
            </a: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-&gt; 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데이터 저장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68247CB-0E7E-F3FB-ACB6-4CF79C99BD54}"/>
              </a:ext>
            </a:extLst>
          </p:cNvPr>
          <p:cNvCxnSpPr>
            <a:cxnSpLocks/>
          </p:cNvCxnSpPr>
          <p:nvPr/>
        </p:nvCxnSpPr>
        <p:spPr>
          <a:xfrm>
            <a:off x="2213516" y="1316162"/>
            <a:ext cx="0" cy="539642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8164D64-4831-A742-094F-70E83FAE9501}"/>
              </a:ext>
            </a:extLst>
          </p:cNvPr>
          <p:cNvSpPr txBox="1"/>
          <p:nvPr/>
        </p:nvSpPr>
        <p:spPr>
          <a:xfrm>
            <a:off x="7795264" y="1150846"/>
            <a:ext cx="3257433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0" i="0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종료하면서 </a:t>
            </a:r>
            <a:r>
              <a:rPr lang="en-US" altLang="ko-KR" sz="1100" b="0" i="0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HashMap </a:t>
            </a:r>
            <a:r>
              <a:rPr lang="ko-KR" altLang="en-US" sz="1100" b="0" i="0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데이터 </a:t>
            </a:r>
            <a:r>
              <a:rPr lang="ko-KR" altLang="en-US" sz="1100" b="0" i="0" err="1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날라감</a:t>
            </a:r>
            <a:r>
              <a:rPr lang="en-US" altLang="ko-KR" sz="1100" b="0" i="0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(csv</a:t>
            </a:r>
            <a:r>
              <a:rPr lang="ko-KR" altLang="en-US" sz="1100" b="0" i="0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에만 존재</a:t>
            </a:r>
            <a:r>
              <a:rPr lang="en-US" altLang="ko-KR" sz="1100" b="0" i="0">
                <a:solidFill>
                  <a:srgbClr val="0070C0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</a:t>
            </a:r>
            <a:endParaRPr lang="ko-KR" altLang="en-US" sz="1100" b="0" i="0">
              <a:solidFill>
                <a:srgbClr val="0070C0"/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400D743-D4F1-7F7E-7DFF-12A835D2E42C}"/>
              </a:ext>
            </a:extLst>
          </p:cNvPr>
          <p:cNvGrpSpPr/>
          <p:nvPr/>
        </p:nvGrpSpPr>
        <p:grpSpPr>
          <a:xfrm>
            <a:off x="2641189" y="2459827"/>
            <a:ext cx="3824179" cy="1243849"/>
            <a:chOff x="2641189" y="2459827"/>
            <a:chExt cx="3824179" cy="124384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9476A83-A9DE-D2ED-A729-48BBF8189038}"/>
                </a:ext>
              </a:extLst>
            </p:cNvPr>
            <p:cNvSpPr/>
            <p:nvPr/>
          </p:nvSpPr>
          <p:spPr>
            <a:xfrm>
              <a:off x="2641189" y="2459827"/>
              <a:ext cx="1403059" cy="5492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userMap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2D955C4-BC31-2BA5-B1C3-531A434A3CDA}"/>
                </a:ext>
              </a:extLst>
            </p:cNvPr>
            <p:cNvSpPr/>
            <p:nvPr/>
          </p:nvSpPr>
          <p:spPr>
            <a:xfrm>
              <a:off x="2641189" y="3154411"/>
              <a:ext cx="1403059" cy="5492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User.csv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  <p:sp>
          <p:nvSpPr>
            <p:cNvPr id="65" name="화살표: 오른쪽 64">
              <a:extLst>
                <a:ext uri="{FF2B5EF4-FFF2-40B4-BE49-F238E27FC236}">
                  <a16:creationId xmlns:a16="http://schemas.microsoft.com/office/drawing/2014/main" id="{6F44A102-7B08-E021-5488-11EE8BB9747B}"/>
                </a:ext>
              </a:extLst>
            </p:cNvPr>
            <p:cNvSpPr/>
            <p:nvPr/>
          </p:nvSpPr>
          <p:spPr>
            <a:xfrm>
              <a:off x="4400392" y="2586411"/>
              <a:ext cx="618151" cy="2512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화살표: 오른쪽 69">
              <a:extLst>
                <a:ext uri="{FF2B5EF4-FFF2-40B4-BE49-F238E27FC236}">
                  <a16:creationId xmlns:a16="http://schemas.microsoft.com/office/drawing/2014/main" id="{35083C90-B77F-ACDF-2BA0-C74885EC2BC2}"/>
                </a:ext>
              </a:extLst>
            </p:cNvPr>
            <p:cNvSpPr/>
            <p:nvPr/>
          </p:nvSpPr>
          <p:spPr>
            <a:xfrm>
              <a:off x="4400392" y="3334650"/>
              <a:ext cx="618151" cy="25124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68A85FE-32F7-2596-1A82-51E4F2AC9A41}"/>
                </a:ext>
              </a:extLst>
            </p:cNvPr>
            <p:cNvSpPr txBox="1"/>
            <p:nvPr/>
          </p:nvSpPr>
          <p:spPr>
            <a:xfrm>
              <a:off x="5358890" y="2459827"/>
              <a:ext cx="1106478" cy="57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0" i="0">
                  <a:solidFill>
                    <a:schemeClr val="accent1"/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Key = </a:t>
              </a:r>
              <a:r>
                <a:rPr lang="en-US" altLang="ko-KR" sz="1100">
                  <a:solidFill>
                    <a:schemeClr val="accent1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IP </a:t>
              </a:r>
              <a:r>
                <a:rPr lang="ko-KR" altLang="en-US" sz="1100">
                  <a:solidFill>
                    <a:schemeClr val="accent1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주소</a:t>
              </a:r>
              <a:endParaRPr lang="en-US" altLang="ko-KR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b="0" i="0">
                  <a:solidFill>
                    <a:schemeClr val="accent1"/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Value = </a:t>
              </a:r>
              <a:r>
                <a:rPr lang="ko-KR" altLang="en-US" sz="1100" b="0" i="0">
                  <a:solidFill>
                    <a:schemeClr val="accent1"/>
                  </a:solidFill>
                  <a:effectLst/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닉네임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5F33747-B3E9-0B37-63E6-81A524A970F2}"/>
                </a:ext>
              </a:extLst>
            </p:cNvPr>
            <p:cNvSpPr txBox="1"/>
            <p:nvPr/>
          </p:nvSpPr>
          <p:spPr>
            <a:xfrm>
              <a:off x="5344598" y="3307441"/>
              <a:ext cx="1106478" cy="319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>
                  <a:solidFill>
                    <a:schemeClr val="accent1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IP</a:t>
              </a:r>
              <a:r>
                <a:rPr lang="ko-KR" altLang="en-US" sz="1100">
                  <a:solidFill>
                    <a:schemeClr val="accent1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주소</a:t>
              </a:r>
              <a:r>
                <a:rPr lang="en-US" altLang="ko-KR" sz="1100">
                  <a:solidFill>
                    <a:schemeClr val="accent1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, </a:t>
              </a:r>
              <a:r>
                <a:rPr lang="ko-KR" altLang="en-US" sz="1100">
                  <a:solidFill>
                    <a:schemeClr val="accent1"/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rPr>
                <a:t>닉네임</a:t>
              </a:r>
              <a:endParaRPr lang="en-US" altLang="ko-KR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endParaRPr>
            </a:p>
          </p:txBody>
        </p: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C10F30F-83E1-D7D7-6041-660B478275E1}"/>
              </a:ext>
            </a:extLst>
          </p:cNvPr>
          <p:cNvSpPr/>
          <p:nvPr/>
        </p:nvSpPr>
        <p:spPr>
          <a:xfrm>
            <a:off x="2641189" y="4944840"/>
            <a:ext cx="1403059" cy="54926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chatMap</a:t>
            </a: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1785CEF-4B9D-4038-10B3-74E63344DD05}"/>
              </a:ext>
            </a:extLst>
          </p:cNvPr>
          <p:cNvSpPr/>
          <p:nvPr/>
        </p:nvSpPr>
        <p:spPr>
          <a:xfrm>
            <a:off x="2641189" y="5639424"/>
            <a:ext cx="1403059" cy="54926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Chat.csv</a:t>
            </a: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9ABA2820-2CB9-7C86-440A-9BF83D0A3BEE}"/>
              </a:ext>
            </a:extLst>
          </p:cNvPr>
          <p:cNvSpPr/>
          <p:nvPr/>
        </p:nvSpPr>
        <p:spPr>
          <a:xfrm>
            <a:off x="4400392" y="5071424"/>
            <a:ext cx="618151" cy="2512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0141BFB5-F628-68B4-D612-18A10A6855FB}"/>
              </a:ext>
            </a:extLst>
          </p:cNvPr>
          <p:cNvSpPr/>
          <p:nvPr/>
        </p:nvSpPr>
        <p:spPr>
          <a:xfrm>
            <a:off x="4400392" y="5819663"/>
            <a:ext cx="618151" cy="2512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4E38FEF-A579-4EE4-295E-D793129834F9}"/>
              </a:ext>
            </a:extLst>
          </p:cNvPr>
          <p:cNvSpPr txBox="1"/>
          <p:nvPr/>
        </p:nvSpPr>
        <p:spPr>
          <a:xfrm>
            <a:off x="5303112" y="4944840"/>
            <a:ext cx="1403058" cy="573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Key = </a:t>
            </a:r>
            <a:r>
              <a:rPr lang="en-US" altLang="ko-KR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Timestamp</a:t>
            </a:r>
          </a:p>
          <a:p>
            <a:pPr>
              <a:lnSpc>
                <a:spcPct val="150000"/>
              </a:lnSpc>
            </a:pP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Value = 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대화 내용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83B862B-7994-A8E9-38CC-A8F2D66AA461}"/>
              </a:ext>
            </a:extLst>
          </p:cNvPr>
          <p:cNvSpPr txBox="1"/>
          <p:nvPr/>
        </p:nvSpPr>
        <p:spPr>
          <a:xfrm>
            <a:off x="5230737" y="5784151"/>
            <a:ext cx="1564993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Timestamp, 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대화 내용</a:t>
            </a:r>
            <a:endParaRPr lang="en-US" altLang="ko-KR" sz="1100">
              <a:solidFill>
                <a:schemeClr val="accent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CCD8C026-EC18-3758-4F26-7DB31C8A8EF0}"/>
              </a:ext>
            </a:extLst>
          </p:cNvPr>
          <p:cNvCxnSpPr/>
          <p:nvPr/>
        </p:nvCxnSpPr>
        <p:spPr>
          <a:xfrm flipV="1">
            <a:off x="6961264" y="1325256"/>
            <a:ext cx="786454" cy="568475"/>
          </a:xfrm>
          <a:prstGeom prst="curvedConnector3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A3F6482-29A2-6F1D-775F-7B3B563B845A}"/>
              </a:ext>
            </a:extLst>
          </p:cNvPr>
          <p:cNvSpPr/>
          <p:nvPr/>
        </p:nvSpPr>
        <p:spPr>
          <a:xfrm>
            <a:off x="7279007" y="2548606"/>
            <a:ext cx="1163649" cy="127767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이전 접속 기록 </a:t>
            </a:r>
            <a:endParaRPr lang="en-US" altLang="ko-KR" sz="11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</a:rPr>
              <a:t>IP</a:t>
            </a:r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주소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닉네임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151641-E05A-2956-6A7B-FF7B3CAA3E9B}"/>
              </a:ext>
            </a:extLst>
          </p:cNvPr>
          <p:cNvSpPr txBox="1"/>
          <p:nvPr/>
        </p:nvSpPr>
        <p:spPr>
          <a:xfrm>
            <a:off x="7429973" y="2262288"/>
            <a:ext cx="940979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User.csv</a:t>
            </a:r>
            <a:endParaRPr lang="ko-KR" altLang="en-US" sz="11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9834BB8-015D-5DC5-C6A8-23EFAC1B729B}"/>
              </a:ext>
            </a:extLst>
          </p:cNvPr>
          <p:cNvSpPr/>
          <p:nvPr/>
        </p:nvSpPr>
        <p:spPr>
          <a:xfrm>
            <a:off x="7279007" y="4991793"/>
            <a:ext cx="1163653" cy="1329108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이전 접속 기록 </a:t>
            </a:r>
            <a:endParaRPr lang="en-US" altLang="ko-KR" sz="11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타임스탬프</a:t>
            </a: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</a:rPr>
              <a:t>,</a:t>
            </a:r>
          </a:p>
          <a:p>
            <a:pPr algn="ctr"/>
            <a:r>
              <a:rPr lang="ko-KR" alt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대화 내용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AFCC09A-6C22-F679-E32F-4FB303A76690}"/>
              </a:ext>
            </a:extLst>
          </p:cNvPr>
          <p:cNvSpPr txBox="1"/>
          <p:nvPr/>
        </p:nvSpPr>
        <p:spPr>
          <a:xfrm>
            <a:off x="7429973" y="4705475"/>
            <a:ext cx="940979" cy="319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Chat.csv</a:t>
            </a:r>
            <a:endParaRPr lang="ko-KR" altLang="en-US" sz="11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946BFD6-8B5B-B4E0-2FDD-3BD8BB219CF3}"/>
              </a:ext>
            </a:extLst>
          </p:cNvPr>
          <p:cNvSpPr/>
          <p:nvPr/>
        </p:nvSpPr>
        <p:spPr>
          <a:xfrm>
            <a:off x="9584631" y="2459964"/>
            <a:ext cx="1403059" cy="54926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userMap</a:t>
            </a: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606D28C-91DB-DAC7-D972-AFB3840C8B27}"/>
              </a:ext>
            </a:extLst>
          </p:cNvPr>
          <p:cNvCxnSpPr/>
          <p:nvPr/>
        </p:nvCxnSpPr>
        <p:spPr>
          <a:xfrm flipV="1">
            <a:off x="8163916" y="2616849"/>
            <a:ext cx="1602374" cy="220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CC58606B-4112-C657-EF29-8CEB3FFF31A3}"/>
              </a:ext>
            </a:extLst>
          </p:cNvPr>
          <p:cNvSpPr/>
          <p:nvPr/>
        </p:nvSpPr>
        <p:spPr>
          <a:xfrm>
            <a:off x="9588464" y="4968873"/>
            <a:ext cx="1403059" cy="54926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chatMap</a:t>
            </a: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5413DBE5-C32B-D70B-276B-FF3862166A64}"/>
              </a:ext>
            </a:extLst>
          </p:cNvPr>
          <p:cNvCxnSpPr/>
          <p:nvPr/>
        </p:nvCxnSpPr>
        <p:spPr>
          <a:xfrm flipV="1">
            <a:off x="8163916" y="5071424"/>
            <a:ext cx="1602374" cy="220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D5F11DD9-6EC5-0CB4-5531-99BA85905ACE}"/>
              </a:ext>
            </a:extLst>
          </p:cNvPr>
          <p:cNvSpPr txBox="1"/>
          <p:nvPr/>
        </p:nvSpPr>
        <p:spPr>
          <a:xfrm>
            <a:off x="9484973" y="3182186"/>
            <a:ext cx="1602374" cy="573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저장된 </a:t>
            </a:r>
            <a:r>
              <a:rPr lang="en-US" altLang="ko-KR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IP</a:t>
            </a:r>
            <a:r>
              <a:rPr lang="ko-KR" altLang="en-US" sz="1100" b="0" i="0">
                <a:solidFill>
                  <a:schemeClr val="accent1"/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주소와 </a:t>
            </a:r>
            <a:endParaRPr lang="en-US" altLang="ko-KR" sz="1100" b="0" i="0">
              <a:solidFill>
                <a:schemeClr val="accent1"/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현재 접속 </a:t>
            </a:r>
            <a:r>
              <a:rPr lang="en-US" altLang="ko-KR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IP</a:t>
            </a:r>
            <a:r>
              <a:rPr lang="ko-KR" altLang="en-US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주소를 비교</a:t>
            </a:r>
            <a:endParaRPr lang="ko-KR" altLang="en-US" sz="1100" b="0" i="0">
              <a:solidFill>
                <a:schemeClr val="accent1"/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D6393C9-3B43-C7D2-FB63-F0B23F050987}"/>
              </a:ext>
            </a:extLst>
          </p:cNvPr>
          <p:cNvSpPr txBox="1"/>
          <p:nvPr/>
        </p:nvSpPr>
        <p:spPr>
          <a:xfrm>
            <a:off x="9507995" y="5745825"/>
            <a:ext cx="1579352" cy="573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저장된 대화내용 </a:t>
            </a:r>
            <a:endParaRPr lang="en-US" altLang="ko-KR" sz="1100">
              <a:solidFill>
                <a:schemeClr val="accent1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>
                <a:solidFill>
                  <a:schemeClr val="accent1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클라이언트에게 보냄</a:t>
            </a:r>
            <a:endParaRPr lang="ko-KR" altLang="en-US" sz="1100" b="0" i="0">
              <a:solidFill>
                <a:schemeClr val="accent1"/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8234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9C2EECF6-CE30-E5EE-83D6-7F2A750B5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4" y="1068850"/>
            <a:ext cx="5263021" cy="296423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383341E-1063-D5BB-0824-37C18EEA1D80}"/>
              </a:ext>
            </a:extLst>
          </p:cNvPr>
          <p:cNvGrpSpPr/>
          <p:nvPr/>
        </p:nvGrpSpPr>
        <p:grpSpPr>
          <a:xfrm>
            <a:off x="84480" y="487762"/>
            <a:ext cx="2410145" cy="369332"/>
            <a:chOff x="84480" y="487762"/>
            <a:chExt cx="2410145" cy="36933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040832-37E7-356F-CEDE-BA4B5645BB10}"/>
                </a:ext>
              </a:extLst>
            </p:cNvPr>
            <p:cNvSpPr/>
            <p:nvPr/>
          </p:nvSpPr>
          <p:spPr>
            <a:xfrm>
              <a:off x="197732" y="505309"/>
              <a:ext cx="2101586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8F68AA-868E-C951-7072-5DCB731B3B44}"/>
                </a:ext>
              </a:extLst>
            </p:cNvPr>
            <p:cNvSpPr txBox="1"/>
            <p:nvPr/>
          </p:nvSpPr>
          <p:spPr>
            <a:xfrm>
              <a:off x="84480" y="487762"/>
              <a:ext cx="2410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</a:t>
              </a:r>
              <a:r>
                <a:rPr lang="en-US" altLang="ko-KR" sz="1800" b="0" i="0" u="none" strike="noStrike" kern="1200" err="1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CSVReader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클래스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1136E9C-EFB9-18E3-7D6F-EEEDA0C2B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2" y="1068849"/>
            <a:ext cx="6181801" cy="5456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06EE65-2E6C-7AB6-AFCF-21A360BBD64C}"/>
              </a:ext>
            </a:extLst>
          </p:cNvPr>
          <p:cNvSpPr txBox="1"/>
          <p:nvPr/>
        </p:nvSpPr>
        <p:spPr>
          <a:xfrm>
            <a:off x="6573776" y="4120156"/>
            <a:ext cx="5420492" cy="2467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b="1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saveChatCsv</a:t>
            </a:r>
            <a:r>
              <a:rPr lang="en-US" altLang="ko-KR" sz="1300" b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Chat.csv 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 </a:t>
            </a:r>
            <a:r>
              <a:rPr lang="en-US" altLang="ko-KR" sz="1300" err="1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ChatMap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로딩</a:t>
            </a:r>
            <a:endParaRPr lang="en-US" altLang="ko-KR" sz="130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saveUserCsv</a:t>
            </a:r>
            <a:r>
              <a:rPr lang="en-US" altLang="ko-KR" sz="1300" b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User.csv 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 </a:t>
            </a:r>
            <a:r>
              <a:rPr lang="en-US" altLang="ko-KR" sz="1300" err="1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UserMap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로딩</a:t>
            </a:r>
            <a:endParaRPr lang="en-US" altLang="ko-KR" sz="130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addUserCsv</a:t>
            </a:r>
            <a:r>
              <a:rPr lang="en-US" altLang="ko-KR" sz="1300" b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User.csv 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</a:t>
            </a: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</a:t>
            </a: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닉네임 기록</a:t>
            </a:r>
            <a:endParaRPr lang="en-US" altLang="ko-KR" sz="130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addChatCsv</a:t>
            </a:r>
            <a:r>
              <a:rPr lang="en-US" altLang="ko-KR" sz="1300" b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Chat.csv 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시간</a:t>
            </a:r>
            <a:r>
              <a:rPr lang="en-US" altLang="ko-KR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30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대화내용 입력</a:t>
            </a:r>
            <a:endParaRPr lang="en-US" altLang="ko-KR" sz="1300">
              <a:solidFill>
                <a:schemeClr val="tx1">
                  <a:lumMod val="75000"/>
                  <a:lumOff val="25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7040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B90D5-1275-FE27-D8CA-B00D5DAB0172}"/>
              </a:ext>
            </a:extLst>
          </p:cNvPr>
          <p:cNvSpPr/>
          <p:nvPr/>
        </p:nvSpPr>
        <p:spPr>
          <a:xfrm>
            <a:off x="1673931" y="2587204"/>
            <a:ext cx="8844137" cy="151791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2974062" y="3050348"/>
            <a:ext cx="62438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0" i="0" u="none" strike="noStrike" kern="1200">
                <a:solidFill>
                  <a:srgbClr val="000000"/>
                </a:solidFill>
                <a:effectLst/>
                <a:latin typeface="Noto Sans CJK KR Bold" panose="020B0800000000000000"/>
                <a:ea typeface="Noto Sans CJK KR Bold" panose="020B0800000000000000"/>
              </a:rPr>
              <a:t> </a:t>
            </a:r>
            <a:r>
              <a:rPr lang="ko-KR" altLang="en-US" sz="2800">
                <a:solidFill>
                  <a:srgbClr val="000000"/>
                </a:solidFill>
                <a:latin typeface="Noto Sans CJK KR Bold" panose="020B0800000000000000"/>
                <a:ea typeface="Noto Sans CJK KR Bold" panose="020B0800000000000000"/>
              </a:rPr>
              <a:t>프로그램 실행과 동시에 데이터 저장</a:t>
            </a:r>
            <a:endParaRPr lang="ko-KR" altLang="ko-KR" sz="2800" b="0" i="0" u="none" strike="noStrike">
              <a:effectLst/>
              <a:latin typeface="Arial" panose="020B0604020202020204" pitchFamily="34" charset="0"/>
            </a:endParaRPr>
          </a:p>
          <a:p>
            <a:pPr marL="0" marR="0" indent="0" algn="ctr" rtl="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ko-KR" sz="28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887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A736BD-1BD4-28FD-0EA4-1B8C5539727B}"/>
              </a:ext>
            </a:extLst>
          </p:cNvPr>
          <p:cNvSpPr txBox="1"/>
          <p:nvPr/>
        </p:nvSpPr>
        <p:spPr>
          <a:xfrm>
            <a:off x="197732" y="1081376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ServerApp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유저 객체 생성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383341E-1063-D5BB-0824-37C18EEA1D80}"/>
              </a:ext>
            </a:extLst>
          </p:cNvPr>
          <p:cNvGrpSpPr/>
          <p:nvPr/>
        </p:nvGrpSpPr>
        <p:grpSpPr>
          <a:xfrm>
            <a:off x="84480" y="487762"/>
            <a:ext cx="4798238" cy="646331"/>
            <a:chOff x="84480" y="487762"/>
            <a:chExt cx="4798238" cy="64633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040832-37E7-356F-CEDE-BA4B5645BB10}"/>
                </a:ext>
              </a:extLst>
            </p:cNvPr>
            <p:cNvSpPr/>
            <p:nvPr/>
          </p:nvSpPr>
          <p:spPr>
            <a:xfrm>
              <a:off x="197731" y="505309"/>
              <a:ext cx="4400901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8F68AA-868E-C951-7072-5DCB731B3B44}"/>
                </a:ext>
              </a:extLst>
            </p:cNvPr>
            <p:cNvSpPr txBox="1"/>
            <p:nvPr/>
          </p:nvSpPr>
          <p:spPr>
            <a:xfrm>
              <a:off x="84480" y="487762"/>
              <a:ext cx="4798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1.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프로그램 실행과 동시에 데이터 저장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-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유저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236FB9FB-631A-6770-DFA0-0C9F0479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8" y="1376646"/>
            <a:ext cx="6223269" cy="351988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CD78E8-DCDC-3491-8388-C105512DF227}"/>
              </a:ext>
            </a:extLst>
          </p:cNvPr>
          <p:cNvSpPr/>
          <p:nvPr/>
        </p:nvSpPr>
        <p:spPr>
          <a:xfrm>
            <a:off x="1096874" y="3220074"/>
            <a:ext cx="5339420" cy="167201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E80ECC-9C87-031C-6037-DA0C5CB6DB29}"/>
              </a:ext>
            </a:extLst>
          </p:cNvPr>
          <p:cNvSpPr txBox="1"/>
          <p:nvPr/>
        </p:nvSpPr>
        <p:spPr>
          <a:xfrm>
            <a:off x="430040" y="5139086"/>
            <a:ext cx="8793859" cy="1171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**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클래스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ServerApp</a:t>
            </a:r>
            <a:r>
              <a:rPr lang="en-US" altLang="ko-KR" sz="12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서버 실행 클래스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ChatServer</a:t>
            </a:r>
            <a:r>
              <a:rPr lang="en-US" altLang="ko-KR" sz="12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HashMap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파일 저장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클라이언트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서버에 특정 문자열 출력 메서드 정의된 클래스</a:t>
            </a:r>
            <a:endParaRPr lang="en-US" altLang="ko-KR" sz="12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CSVReader</a:t>
            </a:r>
            <a:r>
              <a:rPr lang="en-US" altLang="ko-KR" sz="12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csv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파일 저장하거나 </a:t>
            </a:r>
            <a:r>
              <a:rPr lang="ko-KR" alt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로딩할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때 쓰는 메서드 정의된 클래스</a:t>
            </a:r>
            <a:endParaRPr lang="ko-KR" altLang="en-US" sz="12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DA2DD-FFE1-640F-70BA-1B01BDB17D7F}"/>
              </a:ext>
            </a:extLst>
          </p:cNvPr>
          <p:cNvSpPr txBox="1"/>
          <p:nvPr/>
        </p:nvSpPr>
        <p:spPr>
          <a:xfrm>
            <a:off x="6949277" y="1220844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ChatServer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addUser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BD98B-8985-337C-3274-704BB3C536BB}"/>
              </a:ext>
            </a:extLst>
          </p:cNvPr>
          <p:cNvSpPr txBox="1"/>
          <p:nvPr/>
        </p:nvSpPr>
        <p:spPr>
          <a:xfrm>
            <a:off x="6949277" y="2490281"/>
            <a:ext cx="5420492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addUser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=&gt;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새로운 유저 데이터 저장 메서드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-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userMap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put()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메서드로 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닉네임 데이터 저장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-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CSVReader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클래스의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addUserCsv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 사용해서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csv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</a:t>
            </a:r>
            <a:r>
              <a:rPr lang="ko-KR" altLang="en-US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아이피주소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닉네임 기록 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72EC643-57F1-8CDD-38F9-7AE5DCB18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31" y="1458255"/>
            <a:ext cx="3272877" cy="89197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7ED12DA-BB22-5BF3-4A36-F09D7ABC5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217" y="4099573"/>
            <a:ext cx="4809825" cy="142030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2E7BB8-08DA-25EA-1F88-98C9F158B728}"/>
              </a:ext>
            </a:extLst>
          </p:cNvPr>
          <p:cNvSpPr/>
          <p:nvPr/>
        </p:nvSpPr>
        <p:spPr>
          <a:xfrm>
            <a:off x="1669002" y="4296792"/>
            <a:ext cx="2840853" cy="213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DB2FB2-911C-61C6-B879-76503DC9C86A}"/>
              </a:ext>
            </a:extLst>
          </p:cNvPr>
          <p:cNvSpPr txBox="1"/>
          <p:nvPr/>
        </p:nvSpPr>
        <p:spPr>
          <a:xfrm>
            <a:off x="7046931" y="384693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CSVReader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addUserCsv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C89D51-407F-44C0-A5DE-E754911A4CFC}"/>
              </a:ext>
            </a:extLst>
          </p:cNvPr>
          <p:cNvSpPr/>
          <p:nvPr/>
        </p:nvSpPr>
        <p:spPr>
          <a:xfrm>
            <a:off x="7389232" y="1989554"/>
            <a:ext cx="1834668" cy="1906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E2EA98D2-FD33-409D-A3BB-A724062E7DF7}"/>
              </a:ext>
            </a:extLst>
          </p:cNvPr>
          <p:cNvCxnSpPr>
            <a:cxnSpLocks/>
            <a:stCxn id="24" idx="3"/>
            <a:endCxn id="21" idx="1"/>
          </p:cNvCxnSpPr>
          <p:nvPr/>
        </p:nvCxnSpPr>
        <p:spPr>
          <a:xfrm flipV="1">
            <a:off x="4509855" y="1904245"/>
            <a:ext cx="2537076" cy="249907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738A1F3-B277-7C40-1BDD-B2A7DBB8841E}"/>
              </a:ext>
            </a:extLst>
          </p:cNvPr>
          <p:cNvCxnSpPr>
            <a:cxnSpLocks/>
            <a:stCxn id="32" idx="3"/>
            <a:endCxn id="23" idx="3"/>
          </p:cNvCxnSpPr>
          <p:nvPr/>
        </p:nvCxnSpPr>
        <p:spPr>
          <a:xfrm>
            <a:off x="9223900" y="2084865"/>
            <a:ext cx="2645142" cy="2724861"/>
          </a:xfrm>
          <a:prstGeom prst="bentConnector3">
            <a:avLst>
              <a:gd name="adj1" fmla="val 10864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79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48C71868-A60C-DA0F-FFEC-B3BBD08F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96" y="1358375"/>
            <a:ext cx="6037671" cy="389720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4071A86-75BB-49C2-74C2-78FFED2C18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69"/>
          <a:stretch/>
        </p:blipFill>
        <p:spPr>
          <a:xfrm>
            <a:off x="6674350" y="4221271"/>
            <a:ext cx="5174138" cy="13242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8FA0C4F-8179-381F-E145-0C8F7DC71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756" y="1475124"/>
            <a:ext cx="3709467" cy="9405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A736BD-1BD4-28FD-0EA4-1B8C5539727B}"/>
              </a:ext>
            </a:extLst>
          </p:cNvPr>
          <p:cNvSpPr txBox="1"/>
          <p:nvPr/>
        </p:nvSpPr>
        <p:spPr>
          <a:xfrm>
            <a:off x="197732" y="1081376"/>
            <a:ext cx="634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ChatServer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ServerApp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ServerThread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호출되는 대화출력 메서드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383341E-1063-D5BB-0824-37C18EEA1D80}"/>
              </a:ext>
            </a:extLst>
          </p:cNvPr>
          <p:cNvGrpSpPr/>
          <p:nvPr/>
        </p:nvGrpSpPr>
        <p:grpSpPr>
          <a:xfrm>
            <a:off x="84480" y="487762"/>
            <a:ext cx="4798238" cy="646331"/>
            <a:chOff x="84480" y="487762"/>
            <a:chExt cx="4798238" cy="64633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040832-37E7-356F-CEDE-BA4B5645BB10}"/>
                </a:ext>
              </a:extLst>
            </p:cNvPr>
            <p:cNvSpPr/>
            <p:nvPr/>
          </p:nvSpPr>
          <p:spPr>
            <a:xfrm>
              <a:off x="197731" y="505309"/>
              <a:ext cx="4400901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8F68AA-868E-C951-7072-5DCB731B3B44}"/>
                </a:ext>
              </a:extLst>
            </p:cNvPr>
            <p:cNvSpPr txBox="1"/>
            <p:nvPr/>
          </p:nvSpPr>
          <p:spPr>
            <a:xfrm>
              <a:off x="84480" y="487762"/>
              <a:ext cx="4798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1.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프로그램 실행과 동시에 데이터 저장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- 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대화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3E80ECC-9C87-031C-6037-DA0C5CB6DB29}"/>
              </a:ext>
            </a:extLst>
          </p:cNvPr>
          <p:cNvSpPr txBox="1"/>
          <p:nvPr/>
        </p:nvSpPr>
        <p:spPr>
          <a:xfrm>
            <a:off x="297629" y="5368129"/>
            <a:ext cx="8793859" cy="144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**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클래스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ServerApp</a:t>
            </a:r>
            <a:r>
              <a:rPr lang="en-US" altLang="ko-KR" sz="12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서버 실행 클래스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ChatServer</a:t>
            </a:r>
            <a:r>
              <a:rPr lang="en-US" altLang="ko-KR" sz="12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HashMap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에 파일 저장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/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클라이언트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서버에 특정 문자열 출력 메서드 정의된 클래스</a:t>
            </a:r>
            <a:endParaRPr lang="en-US" altLang="ko-KR" sz="12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i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CSVReader</a:t>
            </a:r>
            <a:r>
              <a:rPr lang="en-US" altLang="ko-KR" sz="12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– csv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파일 저장하거나 </a:t>
            </a:r>
            <a:r>
              <a:rPr lang="ko-KR" alt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로딩할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때 쓰는 메서드 정의된 클래스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ServerThread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=  </a:t>
            </a:r>
            <a:r>
              <a:rPr lang="ko-KR" alt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멀티쓰레딩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 클래스</a:t>
            </a:r>
            <a:endParaRPr lang="ko-KR" altLang="en-US" sz="1200" b="0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DA2DD-FFE1-640F-70BA-1B01BDB17D7F}"/>
              </a:ext>
            </a:extLst>
          </p:cNvPr>
          <p:cNvSpPr txBox="1"/>
          <p:nvPr/>
        </p:nvSpPr>
        <p:spPr>
          <a:xfrm>
            <a:off x="6625005" y="1220844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ChatServer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addChat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BD98B-8985-337C-3274-704BB3C536BB}"/>
              </a:ext>
            </a:extLst>
          </p:cNvPr>
          <p:cNvSpPr txBox="1"/>
          <p:nvPr/>
        </p:nvSpPr>
        <p:spPr>
          <a:xfrm>
            <a:off x="6613857" y="2503344"/>
            <a:ext cx="5976847" cy="135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AddChat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 =&gt;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새로운 대화 데이터 저장 메서드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-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chatMap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put()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메서드로 타임스탬프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-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대화내용 데이터 저장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-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CSVReader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클래스의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addChatCsv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 사용해서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csv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타임스탬프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대화 내용 기록 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2E7BB8-08DA-25EA-1F88-98C9F158B728}"/>
              </a:ext>
            </a:extLst>
          </p:cNvPr>
          <p:cNvSpPr/>
          <p:nvPr/>
        </p:nvSpPr>
        <p:spPr>
          <a:xfrm>
            <a:off x="585927" y="4775336"/>
            <a:ext cx="1020931" cy="139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DB2FB2-911C-61C6-B879-76503DC9C86A}"/>
              </a:ext>
            </a:extLst>
          </p:cNvPr>
          <p:cNvSpPr txBox="1"/>
          <p:nvPr/>
        </p:nvSpPr>
        <p:spPr>
          <a:xfrm>
            <a:off x="6625005" y="3918126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CSVReader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addChatCsv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C89D51-407F-44C0-A5DE-E754911A4CFC}"/>
              </a:ext>
            </a:extLst>
          </p:cNvPr>
          <p:cNvSpPr/>
          <p:nvPr/>
        </p:nvSpPr>
        <p:spPr>
          <a:xfrm>
            <a:off x="6972735" y="2058234"/>
            <a:ext cx="2118753" cy="175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E2EA98D2-FD33-409D-A3BB-A724062E7DF7}"/>
              </a:ext>
            </a:extLst>
          </p:cNvPr>
          <p:cNvCxnSpPr>
            <a:cxnSpLocks/>
            <a:stCxn id="24" idx="3"/>
            <a:endCxn id="4" idx="1"/>
          </p:cNvCxnSpPr>
          <p:nvPr/>
        </p:nvCxnSpPr>
        <p:spPr>
          <a:xfrm flipV="1">
            <a:off x="1606858" y="1945391"/>
            <a:ext cx="5076898" cy="2899679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738A1F3-B277-7C40-1BDD-B2A7DBB8841E}"/>
              </a:ext>
            </a:extLst>
          </p:cNvPr>
          <p:cNvCxnSpPr>
            <a:cxnSpLocks/>
            <a:stCxn id="32" idx="3"/>
            <a:endCxn id="16" idx="3"/>
          </p:cNvCxnSpPr>
          <p:nvPr/>
        </p:nvCxnSpPr>
        <p:spPr>
          <a:xfrm>
            <a:off x="9091488" y="2145920"/>
            <a:ext cx="2757000" cy="2737460"/>
          </a:xfrm>
          <a:prstGeom prst="bentConnector3">
            <a:avLst>
              <a:gd name="adj1" fmla="val 10829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881B17-720D-E953-56C0-7EF83408B0C7}"/>
              </a:ext>
            </a:extLst>
          </p:cNvPr>
          <p:cNvSpPr/>
          <p:nvPr/>
        </p:nvSpPr>
        <p:spPr>
          <a:xfrm>
            <a:off x="585927" y="2205453"/>
            <a:ext cx="1020931" cy="139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34CD20-872D-D5B8-BF23-79F87C54D8DB}"/>
              </a:ext>
            </a:extLst>
          </p:cNvPr>
          <p:cNvSpPr/>
          <p:nvPr/>
        </p:nvSpPr>
        <p:spPr>
          <a:xfrm>
            <a:off x="585927" y="3420660"/>
            <a:ext cx="1020931" cy="139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478C9CB-F568-B7E8-116A-235B0D6018A5}"/>
              </a:ext>
            </a:extLst>
          </p:cNvPr>
          <p:cNvCxnSpPr>
            <a:stCxn id="34" idx="3"/>
          </p:cNvCxnSpPr>
          <p:nvPr/>
        </p:nvCxnSpPr>
        <p:spPr>
          <a:xfrm>
            <a:off x="1606858" y="3490394"/>
            <a:ext cx="25384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C087CBC-4054-52CF-62C6-39094D9DE41D}"/>
              </a:ext>
            </a:extLst>
          </p:cNvPr>
          <p:cNvCxnSpPr/>
          <p:nvPr/>
        </p:nvCxnSpPr>
        <p:spPr>
          <a:xfrm>
            <a:off x="1606858" y="2252831"/>
            <a:ext cx="25384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162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8A49DDD-CC2E-6130-55A3-7BBE8C201B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74" r="2845"/>
          <a:stretch/>
        </p:blipFill>
        <p:spPr>
          <a:xfrm>
            <a:off x="6728169" y="1342089"/>
            <a:ext cx="5055669" cy="447931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8C71868-A60C-DA0F-FFEC-B3BBD08F1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96" y="1358375"/>
            <a:ext cx="6037671" cy="38972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A736BD-1BD4-28FD-0EA4-1B8C5539727B}"/>
              </a:ext>
            </a:extLst>
          </p:cNvPr>
          <p:cNvSpPr txBox="1"/>
          <p:nvPr/>
        </p:nvSpPr>
        <p:spPr>
          <a:xfrm>
            <a:off x="197732" y="1081376"/>
            <a:ext cx="634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ChatServer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ServerApp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ServerThread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호출되는 대화출력 메서드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383341E-1063-D5BB-0824-37C18EEA1D80}"/>
              </a:ext>
            </a:extLst>
          </p:cNvPr>
          <p:cNvGrpSpPr/>
          <p:nvPr/>
        </p:nvGrpSpPr>
        <p:grpSpPr>
          <a:xfrm>
            <a:off x="84480" y="487762"/>
            <a:ext cx="4798238" cy="646331"/>
            <a:chOff x="84480" y="487762"/>
            <a:chExt cx="4798238" cy="64633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040832-37E7-356F-CEDE-BA4B5645BB10}"/>
                </a:ext>
              </a:extLst>
            </p:cNvPr>
            <p:cNvSpPr/>
            <p:nvPr/>
          </p:nvSpPr>
          <p:spPr>
            <a:xfrm>
              <a:off x="197731" y="505309"/>
              <a:ext cx="4400901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8F68AA-868E-C951-7072-5DCB731B3B44}"/>
                </a:ext>
              </a:extLst>
            </p:cNvPr>
            <p:cNvSpPr txBox="1"/>
            <p:nvPr/>
          </p:nvSpPr>
          <p:spPr>
            <a:xfrm>
              <a:off x="84480" y="487762"/>
              <a:ext cx="47982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1.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프로그램 실행과 동시에 데이터 저장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- 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대화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D8BD98B-8985-337C-3274-704BB3C536BB}"/>
              </a:ext>
            </a:extLst>
          </p:cNvPr>
          <p:cNvSpPr txBox="1"/>
          <p:nvPr/>
        </p:nvSpPr>
        <p:spPr>
          <a:xfrm>
            <a:off x="379079" y="5376467"/>
            <a:ext cx="5613348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멀티쓰레딩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과정에서 출력 메서드들이 호출되면서 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동시에 대화내용과 타임스탬프를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HashMap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 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파일에 저장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2E7BB8-08DA-25EA-1F88-98C9F158B728}"/>
              </a:ext>
            </a:extLst>
          </p:cNvPr>
          <p:cNvSpPr/>
          <p:nvPr/>
        </p:nvSpPr>
        <p:spPr>
          <a:xfrm>
            <a:off x="1109563" y="4222620"/>
            <a:ext cx="1571493" cy="139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881B17-720D-E953-56C0-7EF83408B0C7}"/>
              </a:ext>
            </a:extLst>
          </p:cNvPr>
          <p:cNvSpPr/>
          <p:nvPr/>
        </p:nvSpPr>
        <p:spPr>
          <a:xfrm>
            <a:off x="1109563" y="1652737"/>
            <a:ext cx="1686903" cy="1394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34CD20-872D-D5B8-BF23-79F87C54D8DB}"/>
              </a:ext>
            </a:extLst>
          </p:cNvPr>
          <p:cNvSpPr/>
          <p:nvPr/>
        </p:nvSpPr>
        <p:spPr>
          <a:xfrm>
            <a:off x="1122733" y="3007407"/>
            <a:ext cx="2538449" cy="1394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3562B-6438-7F9C-A90A-D1254A23B066}"/>
              </a:ext>
            </a:extLst>
          </p:cNvPr>
          <p:cNvSpPr txBox="1"/>
          <p:nvPr/>
        </p:nvSpPr>
        <p:spPr>
          <a:xfrm>
            <a:off x="6656095" y="106509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ServerThread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9EA997-F6B3-5F3A-FF09-9768792299CC}"/>
              </a:ext>
            </a:extLst>
          </p:cNvPr>
          <p:cNvSpPr/>
          <p:nvPr/>
        </p:nvSpPr>
        <p:spPr>
          <a:xfrm>
            <a:off x="7856738" y="4457098"/>
            <a:ext cx="2245575" cy="139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0A4846-9AEA-8CEC-94EF-432854C4527F}"/>
              </a:ext>
            </a:extLst>
          </p:cNvPr>
          <p:cNvSpPr/>
          <p:nvPr/>
        </p:nvSpPr>
        <p:spPr>
          <a:xfrm>
            <a:off x="8273988" y="3472399"/>
            <a:ext cx="2867488" cy="139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757BF0E-124B-E2AE-4634-64A2DA3BD3F5}"/>
              </a:ext>
            </a:extLst>
          </p:cNvPr>
          <p:cNvSpPr/>
          <p:nvPr/>
        </p:nvSpPr>
        <p:spPr>
          <a:xfrm>
            <a:off x="8623154" y="2041419"/>
            <a:ext cx="2180970" cy="139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BECC0EB-5A3A-2B66-18F9-67DF041C7C13}"/>
              </a:ext>
            </a:extLst>
          </p:cNvPr>
          <p:cNvCxnSpPr>
            <a:stCxn id="33" idx="3"/>
            <a:endCxn id="22" idx="1"/>
          </p:cNvCxnSpPr>
          <p:nvPr/>
        </p:nvCxnSpPr>
        <p:spPr>
          <a:xfrm>
            <a:off x="2796466" y="1722469"/>
            <a:ext cx="5826688" cy="3886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A6C8D56-6B1B-327E-BA33-5639965A85EE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3622187" y="3042880"/>
            <a:ext cx="4651801" cy="4992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54895FF-3CD8-3169-50AB-C35F5A57A8A4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681056" y="4292341"/>
            <a:ext cx="5175682" cy="2344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283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B90D5-1275-FE27-D8CA-B00D5DAB0172}"/>
              </a:ext>
            </a:extLst>
          </p:cNvPr>
          <p:cNvSpPr/>
          <p:nvPr/>
        </p:nvSpPr>
        <p:spPr>
          <a:xfrm>
            <a:off x="1673931" y="2587204"/>
            <a:ext cx="8844137" cy="151791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2436621" y="3022997"/>
            <a:ext cx="7318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0" i="0" u="none" strike="noStrike" kern="1200">
                <a:solidFill>
                  <a:srgbClr val="000000"/>
                </a:solidFill>
                <a:effectLst/>
                <a:latin typeface="Noto Sans CJK KR Bold" panose="020B0800000000000000"/>
                <a:ea typeface="Noto Sans CJK KR Bold" panose="020B0800000000000000"/>
              </a:rPr>
              <a:t> </a:t>
            </a:r>
            <a:r>
              <a:rPr lang="en-US" altLang="ko-KR" sz="3600">
                <a:solidFill>
                  <a:srgbClr val="000000"/>
                </a:solidFill>
                <a:latin typeface="Noto Sans CJK KR Bold" panose="020B0800000000000000"/>
                <a:ea typeface="Noto Sans CJK KR Bold" panose="020B0800000000000000"/>
              </a:rPr>
              <a:t>csv</a:t>
            </a:r>
            <a:r>
              <a:rPr lang="ko-KR" altLang="en-US" sz="3600">
                <a:solidFill>
                  <a:srgbClr val="000000"/>
                </a:solidFill>
                <a:latin typeface="Noto Sans CJK KR Bold" panose="020B0800000000000000"/>
                <a:ea typeface="Noto Sans CJK KR Bold" panose="020B0800000000000000"/>
              </a:rPr>
              <a:t> 파일 </a:t>
            </a:r>
            <a:r>
              <a:rPr lang="en-US" altLang="ko-KR" sz="3600">
                <a:solidFill>
                  <a:srgbClr val="000000"/>
                </a:solidFill>
                <a:latin typeface="Noto Sans CJK KR Bold" panose="020B0800000000000000"/>
                <a:ea typeface="Noto Sans CJK KR Bold" panose="020B0800000000000000"/>
              </a:rPr>
              <a:t>HashMap</a:t>
            </a:r>
            <a:r>
              <a:rPr lang="ko-KR" altLang="en-US" sz="3600">
                <a:solidFill>
                  <a:srgbClr val="000000"/>
                </a:solidFill>
                <a:latin typeface="Noto Sans CJK KR Bold" panose="020B0800000000000000"/>
                <a:ea typeface="Noto Sans CJK KR Bold" panose="020B0800000000000000"/>
              </a:rPr>
              <a:t>에 로딩 후 활용</a:t>
            </a:r>
            <a:endParaRPr lang="ko-KR" altLang="ko-KR" sz="36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5646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0F2E6FF-AC11-5FBE-4CAA-DAA348160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702" y="1446910"/>
            <a:ext cx="5167340" cy="4488239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52E5A4-DE1E-EDA7-895E-CB0F4E522324}"/>
              </a:ext>
            </a:extLst>
          </p:cNvPr>
          <p:cNvGrpSpPr/>
          <p:nvPr/>
        </p:nvGrpSpPr>
        <p:grpSpPr>
          <a:xfrm>
            <a:off x="84479" y="487038"/>
            <a:ext cx="5632739" cy="646331"/>
            <a:chOff x="84479" y="487038"/>
            <a:chExt cx="5632739" cy="646331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C7B90D5-1275-FE27-D8CA-B00D5DAB0172}"/>
                </a:ext>
              </a:extLst>
            </p:cNvPr>
            <p:cNvSpPr/>
            <p:nvPr/>
          </p:nvSpPr>
          <p:spPr>
            <a:xfrm>
              <a:off x="197731" y="505309"/>
              <a:ext cx="4818152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E9A4E7-01F5-7886-9612-024CF07A8E14}"/>
                </a:ext>
              </a:extLst>
            </p:cNvPr>
            <p:cNvSpPr txBox="1"/>
            <p:nvPr/>
          </p:nvSpPr>
          <p:spPr>
            <a:xfrm>
              <a:off x="84479" y="487038"/>
              <a:ext cx="5632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2. 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프로그램 재실행시 </a:t>
              </a:r>
              <a:r>
                <a:rPr lang="en-US" altLang="ko-KR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csv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파일 </a:t>
              </a:r>
              <a:r>
                <a:rPr lang="en-US" altLang="ko-KR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HashMap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에 로딩 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A99E75A-D347-740E-3D7F-4B1102E209FA}"/>
              </a:ext>
            </a:extLst>
          </p:cNvPr>
          <p:cNvSpPr txBox="1"/>
          <p:nvPr/>
        </p:nvSpPr>
        <p:spPr>
          <a:xfrm>
            <a:off x="197732" y="115164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ServerApp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csv-&gt;HashMap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저장 메서드 호출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1C81DE2-3E36-412B-9C72-D762A7903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8" y="1446910"/>
            <a:ext cx="6223269" cy="351988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933A73-9D2D-E7E4-4815-04C07F454A5F}"/>
              </a:ext>
            </a:extLst>
          </p:cNvPr>
          <p:cNvSpPr/>
          <p:nvPr/>
        </p:nvSpPr>
        <p:spPr>
          <a:xfrm>
            <a:off x="1020933" y="2680972"/>
            <a:ext cx="4909350" cy="491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2426E-3587-8A5D-6104-8BF9E5E95CC1}"/>
              </a:ext>
            </a:extLst>
          </p:cNvPr>
          <p:cNvSpPr txBox="1"/>
          <p:nvPr/>
        </p:nvSpPr>
        <p:spPr>
          <a:xfrm>
            <a:off x="6634043" y="115164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CSVReader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csv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 데이터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HashMap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로딩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1CA5DB-9F1B-78D0-3D23-220DB5A64EBE}"/>
              </a:ext>
            </a:extLst>
          </p:cNvPr>
          <p:cNvSpPr txBox="1"/>
          <p:nvPr/>
        </p:nvSpPr>
        <p:spPr>
          <a:xfrm>
            <a:off x="322958" y="5022522"/>
            <a:ext cx="6104475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클라이언트 소켓과 연결되기 전에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파일의 데이터들을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HashMap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로딩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77060B-42E3-F2FA-8A70-26671C879550}"/>
              </a:ext>
            </a:extLst>
          </p:cNvPr>
          <p:cNvSpPr/>
          <p:nvPr/>
        </p:nvSpPr>
        <p:spPr>
          <a:xfrm>
            <a:off x="6820495" y="1446910"/>
            <a:ext cx="4924661" cy="21751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F7A894-4B77-8333-CA82-7328F7645F7A}"/>
              </a:ext>
            </a:extLst>
          </p:cNvPr>
          <p:cNvSpPr/>
          <p:nvPr/>
        </p:nvSpPr>
        <p:spPr>
          <a:xfrm>
            <a:off x="6820495" y="3657449"/>
            <a:ext cx="4924661" cy="2277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8068F24-E208-B983-84BE-66702073A3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648"/>
          <a:stretch/>
        </p:blipFill>
        <p:spPr>
          <a:xfrm>
            <a:off x="398806" y="5411090"/>
            <a:ext cx="2350385" cy="56444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78B259C-D580-DA3A-EDD0-C9AB46631C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91" b="65224"/>
          <a:stretch/>
        </p:blipFill>
        <p:spPr>
          <a:xfrm>
            <a:off x="393665" y="6044585"/>
            <a:ext cx="5030592" cy="66563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BC931E4-DE03-5AEF-1D34-CEDA700EEA54}"/>
              </a:ext>
            </a:extLst>
          </p:cNvPr>
          <p:cNvSpPr txBox="1"/>
          <p:nvPr/>
        </p:nvSpPr>
        <p:spPr>
          <a:xfrm>
            <a:off x="2825039" y="5714260"/>
            <a:ext cx="1143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User.csv </a:t>
            </a:r>
            <a:endParaRPr lang="ko-KR" altLang="en-US" sz="12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D894FE-B8AF-9241-F53F-290AE29D0FAF}"/>
              </a:ext>
            </a:extLst>
          </p:cNvPr>
          <p:cNvSpPr txBox="1"/>
          <p:nvPr/>
        </p:nvSpPr>
        <p:spPr>
          <a:xfrm>
            <a:off x="5424257" y="6484562"/>
            <a:ext cx="1143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Chat.csv </a:t>
            </a:r>
            <a:endParaRPr lang="ko-KR" altLang="en-US" sz="12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5732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52E5A4-DE1E-EDA7-895E-CB0F4E522324}"/>
              </a:ext>
            </a:extLst>
          </p:cNvPr>
          <p:cNvGrpSpPr/>
          <p:nvPr/>
        </p:nvGrpSpPr>
        <p:grpSpPr>
          <a:xfrm>
            <a:off x="84479" y="505309"/>
            <a:ext cx="7062045" cy="653798"/>
            <a:chOff x="84479" y="505309"/>
            <a:chExt cx="7062045" cy="65379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C7B90D5-1275-FE27-D8CA-B00D5DAB0172}"/>
                </a:ext>
              </a:extLst>
            </p:cNvPr>
            <p:cNvSpPr/>
            <p:nvPr/>
          </p:nvSpPr>
          <p:spPr>
            <a:xfrm>
              <a:off x="197730" y="505309"/>
              <a:ext cx="5998883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E9A4E7-01F5-7886-9612-024CF07A8E14}"/>
                </a:ext>
              </a:extLst>
            </p:cNvPr>
            <p:cNvSpPr txBox="1"/>
            <p:nvPr/>
          </p:nvSpPr>
          <p:spPr>
            <a:xfrm>
              <a:off x="84479" y="512776"/>
              <a:ext cx="70620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2. 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프로그램 재실행시 </a:t>
              </a:r>
              <a:r>
                <a:rPr lang="en-US" altLang="ko-KR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HashMap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에 로딩된 데이터 활용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-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유저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A99E75A-D347-740E-3D7F-4B1102E209FA}"/>
              </a:ext>
            </a:extLst>
          </p:cNvPr>
          <p:cNvSpPr txBox="1"/>
          <p:nvPr/>
        </p:nvSpPr>
        <p:spPr>
          <a:xfrm>
            <a:off x="197732" y="97417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ServerApp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서버 실행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1C81DE2-3E36-412B-9C72-D762A790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8" y="1269440"/>
            <a:ext cx="6223269" cy="351988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3EEF28-6FDE-AFC0-310E-8DB18536ADEC}"/>
              </a:ext>
            </a:extLst>
          </p:cNvPr>
          <p:cNvSpPr/>
          <p:nvPr/>
        </p:nvSpPr>
        <p:spPr>
          <a:xfrm>
            <a:off x="1096874" y="3112868"/>
            <a:ext cx="5339420" cy="167201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CB98C0-66DD-4802-C1CD-699FE03F7914}"/>
              </a:ext>
            </a:extLst>
          </p:cNvPr>
          <p:cNvSpPr/>
          <p:nvPr/>
        </p:nvSpPr>
        <p:spPr>
          <a:xfrm>
            <a:off x="2865704" y="4202352"/>
            <a:ext cx="1571346" cy="195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31E7755B-009E-84F7-2214-56E95EA4F68D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3345261" y="4703777"/>
            <a:ext cx="612232" cy="127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322BABA-9CB9-495E-5077-1E17FCDE6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64" y="5105203"/>
            <a:ext cx="8763759" cy="15850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64E6472-547B-8A47-1CE1-B5210637FAEA}"/>
              </a:ext>
            </a:extLst>
          </p:cNvPr>
          <p:cNvSpPr txBox="1"/>
          <p:nvPr/>
        </p:nvSpPr>
        <p:spPr>
          <a:xfrm>
            <a:off x="204826" y="482785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User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생성자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7507938-F34F-2225-899C-2AD18BB4A4E8}"/>
              </a:ext>
            </a:extLst>
          </p:cNvPr>
          <p:cNvSpPr/>
          <p:nvPr/>
        </p:nvSpPr>
        <p:spPr>
          <a:xfrm>
            <a:off x="1445277" y="5800097"/>
            <a:ext cx="2991773" cy="1905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898426E-BA9D-2C7B-8DB2-AEDF4AF58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60" y="4012817"/>
            <a:ext cx="4061812" cy="769687"/>
          </a:xfrm>
          <a:prstGeom prst="rect">
            <a:avLst/>
          </a:prstGeom>
        </p:spPr>
      </p:pic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3CE0B25B-C38E-0586-5088-2180815FFA98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4437050" y="4782504"/>
            <a:ext cx="4777416" cy="113097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399FAF8-48FA-3ACA-3A28-06A7D01F5AC4}"/>
              </a:ext>
            </a:extLst>
          </p:cNvPr>
          <p:cNvSpPr txBox="1"/>
          <p:nvPr/>
        </p:nvSpPr>
        <p:spPr>
          <a:xfrm>
            <a:off x="7077622" y="3742799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ChatServer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en-US" altLang="ko-KR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getUserName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CE3F51-B689-2EED-F2B7-2568D6CD42B5}"/>
              </a:ext>
            </a:extLst>
          </p:cNvPr>
          <p:cNvSpPr txBox="1"/>
          <p:nvPr/>
        </p:nvSpPr>
        <p:spPr>
          <a:xfrm>
            <a:off x="6998965" y="1140768"/>
            <a:ext cx="4687479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로딩 후 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UserMap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이전에 접속한 유저의 기록이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주소와 닉네임을 한 쌍으로 저장되어 있음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D12072-6C27-5247-DF73-214D99D098D1}"/>
              </a:ext>
            </a:extLst>
          </p:cNvPr>
          <p:cNvSpPr txBox="1"/>
          <p:nvPr/>
        </p:nvSpPr>
        <p:spPr>
          <a:xfrm>
            <a:off x="9342705" y="5347990"/>
            <a:ext cx="3676525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UseMap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현재 </a:t>
            </a:r>
            <a:r>
              <a:rPr lang="en-US" altLang="ko-KR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주소의 값이 </a:t>
            </a:r>
            <a:r>
              <a:rPr lang="ko-KR" altLang="en-US" sz="1400" err="1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들어있다면</a:t>
            </a: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accent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동일한 닉네임을 부여하라는 의미</a:t>
            </a:r>
            <a:endParaRPr lang="en-US" altLang="ko-KR" sz="1400">
              <a:solidFill>
                <a:schemeClr val="accent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594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1D2930-8D81-D02B-7FC3-CF037DBD2E7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53E93CBA-AC80-093A-18BC-7A4F0DEBF176}"/>
              </a:ext>
            </a:extLst>
          </p:cNvPr>
          <p:cNvGrpSpPr/>
          <p:nvPr/>
        </p:nvGrpSpPr>
        <p:grpSpPr>
          <a:xfrm>
            <a:off x="84479" y="505309"/>
            <a:ext cx="7062045" cy="653798"/>
            <a:chOff x="84479" y="505309"/>
            <a:chExt cx="7062045" cy="65379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AE87025-9D0B-8F88-FBB4-E3771FB14B14}"/>
                </a:ext>
              </a:extLst>
            </p:cNvPr>
            <p:cNvSpPr/>
            <p:nvPr/>
          </p:nvSpPr>
          <p:spPr>
            <a:xfrm>
              <a:off x="197730" y="505309"/>
              <a:ext cx="5998883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46330D-E772-EE28-DC9C-B92DE8FB5EA7}"/>
                </a:ext>
              </a:extLst>
            </p:cNvPr>
            <p:cNvSpPr txBox="1"/>
            <p:nvPr/>
          </p:nvSpPr>
          <p:spPr>
            <a:xfrm>
              <a:off x="84479" y="512776"/>
              <a:ext cx="70620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2. 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프로그램 재실행시 </a:t>
              </a:r>
              <a:r>
                <a:rPr lang="en-US" altLang="ko-KR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HashMap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에 로딩된 데이터 활용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-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유저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07D991B-55FF-ED36-B85B-4E4EF4928654}"/>
              </a:ext>
            </a:extLst>
          </p:cNvPr>
          <p:cNvGrpSpPr/>
          <p:nvPr/>
        </p:nvGrpSpPr>
        <p:grpSpPr>
          <a:xfrm>
            <a:off x="7814547" y="1621401"/>
            <a:ext cx="3060597" cy="4390569"/>
            <a:chOff x="8116390" y="1566474"/>
            <a:chExt cx="2257740" cy="323883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B29BEAB-9AE7-AFB6-585C-D6A00EEB0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6390" y="2781476"/>
              <a:ext cx="2257740" cy="2023831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82D0A03-546D-4225-40BE-FC36D51DC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6390" y="1566474"/>
              <a:ext cx="2257740" cy="962159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2CF560E-F775-105A-0B1F-EE1D68C3F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80" y="2186471"/>
            <a:ext cx="3629532" cy="372479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D8DB83A-5E5A-3665-A5B0-8EACABFFA043}"/>
              </a:ext>
            </a:extLst>
          </p:cNvPr>
          <p:cNvSpPr/>
          <p:nvPr/>
        </p:nvSpPr>
        <p:spPr>
          <a:xfrm>
            <a:off x="446080" y="2636668"/>
            <a:ext cx="2527939" cy="1242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983A64-9E0C-4CF4-21E3-3410C2E1766C}"/>
              </a:ext>
            </a:extLst>
          </p:cNvPr>
          <p:cNvSpPr/>
          <p:nvPr/>
        </p:nvSpPr>
        <p:spPr>
          <a:xfrm>
            <a:off x="446080" y="3559885"/>
            <a:ext cx="2527939" cy="1242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858827-DE72-7C3C-0D42-A04BC99BDE12}"/>
              </a:ext>
            </a:extLst>
          </p:cNvPr>
          <p:cNvSpPr/>
          <p:nvPr/>
        </p:nvSpPr>
        <p:spPr>
          <a:xfrm>
            <a:off x="446080" y="3864604"/>
            <a:ext cx="2527939" cy="1242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F3CCCD-C4D4-38A0-2159-75C255D31EAC}"/>
              </a:ext>
            </a:extLst>
          </p:cNvPr>
          <p:cNvSpPr txBox="1"/>
          <p:nvPr/>
        </p:nvSpPr>
        <p:spPr>
          <a:xfrm>
            <a:off x="3026593" y="2571312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</a:t>
            </a:r>
            <a:r>
              <a:rPr lang="en-US" altLang="ko-KR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 </a:t>
            </a:r>
            <a:r>
              <a:rPr lang="en-US" altLang="ko-KR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192.168.0.251 / </a:t>
            </a:r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닉네임 </a:t>
            </a:r>
            <a:r>
              <a:rPr lang="en-US" altLang="ko-KR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하양감자</a:t>
            </a:r>
            <a:endParaRPr lang="en-US" altLang="ko-KR" sz="120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EE7AED-FE55-DEE7-EA67-9D72E0E7FE90}"/>
              </a:ext>
            </a:extLst>
          </p:cNvPr>
          <p:cNvSpPr/>
          <p:nvPr/>
        </p:nvSpPr>
        <p:spPr>
          <a:xfrm>
            <a:off x="446080" y="2935321"/>
            <a:ext cx="2527939" cy="1242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E5D1B-835F-1609-684B-9B081863917F}"/>
              </a:ext>
            </a:extLst>
          </p:cNvPr>
          <p:cNvSpPr txBox="1"/>
          <p:nvPr/>
        </p:nvSpPr>
        <p:spPr>
          <a:xfrm>
            <a:off x="3026593" y="2901654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</a:t>
            </a:r>
            <a:r>
              <a:rPr lang="en-US" altLang="ko-KR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주소 </a:t>
            </a:r>
            <a:r>
              <a:rPr lang="en-US" altLang="ko-KR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192.168.0.245 / </a:t>
            </a:r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닉네임 </a:t>
            </a:r>
            <a:r>
              <a:rPr lang="en-US" altLang="ko-KR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err="1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연두피망</a:t>
            </a:r>
            <a:endParaRPr lang="en-US" altLang="ko-KR" sz="120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4E242-AFCC-6EE6-B41F-B4E38DE95617}"/>
              </a:ext>
            </a:extLst>
          </p:cNvPr>
          <p:cNvSpPr txBox="1"/>
          <p:nvPr/>
        </p:nvSpPr>
        <p:spPr>
          <a:xfrm>
            <a:off x="3026593" y="3475643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하양감자 퇴장</a:t>
            </a:r>
            <a:endParaRPr lang="en-US" altLang="ko-KR" sz="120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303DA1-EDA8-C2B7-C4AE-FFE113EDCC4C}"/>
              </a:ext>
            </a:extLst>
          </p:cNvPr>
          <p:cNvSpPr txBox="1"/>
          <p:nvPr/>
        </p:nvSpPr>
        <p:spPr>
          <a:xfrm>
            <a:off x="3026593" y="3805985"/>
            <a:ext cx="4608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하양감자 </a:t>
            </a:r>
            <a:r>
              <a:rPr lang="ko-KR" altLang="en-US" sz="1200" dirty="0" err="1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재입장</a:t>
            </a:r>
            <a:r>
              <a:rPr lang="ko-KR" altLang="en-US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endParaRPr lang="en-US" altLang="ko-KR" sz="1200" dirty="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(HashMap</a:t>
            </a:r>
            <a:r>
              <a:rPr lang="ko-KR" altLang="en-US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동일 </a:t>
            </a:r>
            <a:r>
              <a:rPr lang="en-US" altLang="ko-KR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IP</a:t>
            </a:r>
            <a:r>
              <a:rPr lang="ko-KR" altLang="en-US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주소 존재</a:t>
            </a:r>
            <a:r>
              <a:rPr lang="en-US" altLang="ko-KR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ko-KR" altLang="en-US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기존 닉네임 반환</a:t>
            </a:r>
            <a:r>
              <a:rPr lang="en-US" altLang="ko-KR" sz="1200" dirty="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25DC51-ADA9-5CDB-2900-E67ED83AE041}"/>
              </a:ext>
            </a:extLst>
          </p:cNvPr>
          <p:cNvSpPr txBox="1"/>
          <p:nvPr/>
        </p:nvSpPr>
        <p:spPr>
          <a:xfrm>
            <a:off x="7708241" y="1307246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 파일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4A589C-1873-D4D7-466F-2425896969DF}"/>
              </a:ext>
            </a:extLst>
          </p:cNvPr>
          <p:cNvSpPr txBox="1"/>
          <p:nvPr/>
        </p:nvSpPr>
        <p:spPr>
          <a:xfrm>
            <a:off x="7708241" y="3025213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CSV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 </a:t>
            </a:r>
            <a:r>
              <a:rPr lang="en-US" altLang="ko-KR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– </a:t>
            </a:r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엑셀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A56D6E-26FF-4CBA-B04D-589E8AF5762C}"/>
              </a:ext>
            </a:extLst>
          </p:cNvPr>
          <p:cNvSpPr txBox="1"/>
          <p:nvPr/>
        </p:nvSpPr>
        <p:spPr>
          <a:xfrm>
            <a:off x="392812" y="1937022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ko-KR" altLang="en-US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채팅방</a:t>
            </a:r>
            <a:endParaRPr lang="ko-KR" altLang="en-US" sz="12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10357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0617" y="1404719"/>
            <a:ext cx="6125593" cy="4862718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7732" y="1081376"/>
            <a:ext cx="5697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latin typeface="G마켓 산스 TTF Medium"/>
                <a:ea typeface="G마켓 산스 TTF Medium"/>
              </a:rPr>
              <a:t>▶</a:t>
            </a:r>
            <a:r>
              <a:rPr lang="en-US" altLang="ko-KR" sz="1200" b="1">
                <a:latin typeface="G마켓 산스 TTF Medium"/>
                <a:ea typeface="G마켓 산스 TTF Medium"/>
              </a:rPr>
              <a:t>ServerThread </a:t>
            </a:r>
            <a:r>
              <a:rPr lang="ko-KR" altLang="en-US" sz="1200" b="1">
                <a:latin typeface="G마켓 산스 TTF Medium"/>
                <a:ea typeface="G마켓 산스 TTF Medium"/>
              </a:rPr>
              <a:t>클래스 </a:t>
            </a:r>
            <a:r>
              <a:rPr lang="en-US" altLang="ko-KR" sz="1200" b="1">
                <a:latin typeface="G마켓 산스 TTF Medium"/>
                <a:ea typeface="G마켓 산스 TTF Medium"/>
              </a:rPr>
              <a:t>– </a:t>
            </a:r>
            <a:r>
              <a:rPr lang="ko-KR" altLang="en-US" sz="1200" b="1">
                <a:latin typeface="G마켓 산스 TTF Medium"/>
                <a:ea typeface="G마켓 산스 TTF Medium"/>
              </a:rPr>
              <a:t>대화내용 출력하기 전 이전 대화내용 불러오기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10442" y="3132741"/>
            <a:ext cx="1522040" cy="2052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FF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4479" y="505309"/>
            <a:ext cx="7062045" cy="653798"/>
            <a:chOff x="84479" y="505309"/>
            <a:chExt cx="7062045" cy="653798"/>
          </a:xfrm>
        </p:grpSpPr>
        <p:sp>
          <p:nvSpPr>
            <p:cNvPr id="3" name="직사각형 2"/>
            <p:cNvSpPr/>
            <p:nvPr/>
          </p:nvSpPr>
          <p:spPr>
            <a:xfrm>
              <a:off x="197730" y="505309"/>
              <a:ext cx="5998883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4479" y="512776"/>
              <a:ext cx="70620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| 2. </a:t>
              </a:r>
              <a:r>
                <a:rPr lang="ko-KR" altLang="en-US">
                  <a:solidFill>
                    <a:srgbClr val="000000"/>
                  </a:solidFill>
                  <a:latin typeface="Noto Sans CJK KR Bold"/>
                  <a:ea typeface="Noto Sans CJK KR Bold"/>
                </a:rPr>
                <a:t>프로그램 재실행시 </a:t>
              </a:r>
              <a:r>
                <a:rPr lang="en-US" altLang="ko-KR">
                  <a:solidFill>
                    <a:srgbClr val="000000"/>
                  </a:solidFill>
                  <a:latin typeface="Noto Sans CJK KR Bold"/>
                  <a:ea typeface="Noto Sans CJK KR Bold"/>
                </a:rPr>
                <a:t>HashMap</a:t>
              </a:r>
              <a:r>
                <a:rPr lang="ko-KR" altLang="en-US">
                  <a:solidFill>
                    <a:srgbClr val="000000"/>
                  </a:solidFill>
                  <a:latin typeface="Noto Sans CJK KR Bold"/>
                  <a:ea typeface="Noto Sans CJK KR Bold"/>
                </a:rPr>
                <a:t>에 로딩된 데이터 활용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/>
                  <a:ea typeface="Noto Sans CJK KR Bold"/>
                </a:rPr>
                <a:t>- </a:t>
              </a:r>
              <a:r>
                <a:rPr lang="ko-KR" altLang="en-US">
                  <a:solidFill>
                    <a:srgbClr val="000000"/>
                  </a:solidFill>
                  <a:latin typeface="Noto Sans CJK KR Bold"/>
                  <a:ea typeface="Noto Sans CJK KR Bold"/>
                </a:rPr>
                <a:t>대화</a:t>
              </a:r>
            </a:p>
            <a:p>
              <a:pPr marL="0" marR="0" indent="0" rtl="0" eaLnBrk="1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ko-KR" sz="1800" b="0" i="0" u="none" strike="noStrike">
                <a:effectLst/>
                <a:latin typeface="Arial"/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18403" y="2357560"/>
            <a:ext cx="5082980" cy="166130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18403" y="5292670"/>
            <a:ext cx="4282811" cy="96020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5165" y="2034217"/>
            <a:ext cx="5697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latin typeface="G마켓 산스 TTF Medium"/>
                <a:ea typeface="G마켓 산스 TTF Medium"/>
              </a:rPr>
              <a:t>▶</a:t>
            </a:r>
            <a:r>
              <a:rPr lang="en-US" altLang="ko-KR" sz="1200" b="1">
                <a:latin typeface="G마켓 산스 TTF Medium"/>
                <a:ea typeface="G마켓 산스 TTF Medium"/>
              </a:rPr>
              <a:t>ServerThread </a:t>
            </a:r>
            <a:r>
              <a:rPr lang="ko-KR" altLang="en-US" sz="1200" b="1">
                <a:latin typeface="G마켓 산스 TTF Medium"/>
                <a:ea typeface="G마켓 산스 TTF Medium"/>
              </a:rPr>
              <a:t>클래스 </a:t>
            </a:r>
            <a:r>
              <a:rPr lang="en-US" altLang="ko-KR" sz="1200" b="1">
                <a:latin typeface="G마켓 산스 TTF Medium"/>
                <a:ea typeface="G마켓 산스 TTF Medium"/>
              </a:rPr>
              <a:t>– showPreviousMsg() </a:t>
            </a:r>
            <a:r>
              <a:rPr lang="ko-KR" altLang="en-US" sz="1200" b="1">
                <a:latin typeface="G마켓 산스 TTF Medium"/>
                <a:ea typeface="G마켓 산스 TTF Medium"/>
              </a:rPr>
              <a:t>메서드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5165" y="4985195"/>
            <a:ext cx="5697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latin typeface="G마켓 산스 TTF Medium"/>
                <a:ea typeface="G마켓 산스 TTF Medium"/>
              </a:rPr>
              <a:t>▶</a:t>
            </a:r>
            <a:r>
              <a:rPr lang="en-US" altLang="ko-KR" sz="1200" b="1">
                <a:latin typeface="G마켓 산스 TTF Medium"/>
                <a:ea typeface="G마켓 산스 TTF Medium"/>
              </a:rPr>
              <a:t>ChatServer </a:t>
            </a:r>
            <a:r>
              <a:rPr lang="ko-KR" altLang="en-US" sz="1200" b="1">
                <a:latin typeface="G마켓 산스 TTF Medium"/>
                <a:ea typeface="G마켓 산스 TTF Medium"/>
              </a:rPr>
              <a:t>클래스 </a:t>
            </a:r>
            <a:r>
              <a:rPr lang="en-US" altLang="ko-KR" sz="1200" b="1">
                <a:latin typeface="G마켓 산스 TTF Medium"/>
                <a:ea typeface="G마켓 산스 TTF Medium"/>
              </a:rPr>
              <a:t>– getChatContents() </a:t>
            </a:r>
            <a:r>
              <a:rPr lang="ko-KR" altLang="en-US" sz="1200" b="1">
                <a:latin typeface="G마켓 산스 TTF Medium"/>
                <a:ea typeface="G마켓 산스 TTF Medium"/>
              </a:rPr>
              <a:t>메서드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293" y="4148241"/>
            <a:ext cx="4853662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Csv </a:t>
            </a:r>
            <a:r>
              <a:rPr lang="ko-KR" altLang="en-US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파일 로딩 후 </a:t>
            </a:r>
            <a:r>
              <a:rPr lang="en-US" altLang="ko-KR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ChatMap</a:t>
            </a:r>
            <a:r>
              <a:rPr lang="ko-KR" altLang="en-US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에 이전에 접속한 유저의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대화 기록과 </a:t>
            </a:r>
            <a:r>
              <a:rPr lang="en-US" altLang="ko-KR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Timestamp</a:t>
            </a:r>
            <a:r>
              <a:rPr lang="ko-KR" altLang="en-US" sz="1400">
                <a:solidFill>
                  <a:schemeClr val="accent1"/>
                </a:solidFill>
                <a:latin typeface="G마켓 산스 TTF Medium"/>
                <a:ea typeface="G마켓 산스 TTF Medium"/>
              </a:rPr>
              <a:t>가 한 쌍으로 저장되어 있음</a:t>
            </a:r>
            <a:endParaRPr lang="en-US" altLang="ko-KR" sz="1400">
              <a:solidFill>
                <a:schemeClr val="accent1"/>
              </a:solidFill>
              <a:latin typeface="G마켓 산스 TTF Medium"/>
              <a:ea typeface="G마켓 산스 TTF Medium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712665" y="3243280"/>
            <a:ext cx="2925960" cy="1857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4" name="연결선: 꺾임 23"/>
          <p:cNvCxnSpPr>
            <a:stCxn id="23" idx="3"/>
            <a:endCxn id="17" idx="3"/>
          </p:cNvCxnSpPr>
          <p:nvPr/>
        </p:nvCxnSpPr>
        <p:spPr>
          <a:xfrm flipH="1">
            <a:off x="11001215" y="3336140"/>
            <a:ext cx="637410" cy="2436632"/>
          </a:xfrm>
          <a:prstGeom prst="bentConnector3">
            <a:avLst>
              <a:gd name="adj1" fmla="val -2168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10486" y="1055274"/>
            <a:ext cx="3286583" cy="866895"/>
          </a:xfrm>
          <a:prstGeom prst="rect">
            <a:avLst/>
          </a:prstGeom>
        </p:spPr>
      </p:pic>
      <p:sp>
        <p:nvSpPr>
          <p:cNvPr id="26" name="TextBox 19"/>
          <p:cNvSpPr txBox="1"/>
          <p:nvPr/>
        </p:nvSpPr>
        <p:spPr>
          <a:xfrm>
            <a:off x="6662527" y="781855"/>
            <a:ext cx="5697042" cy="27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b="1">
                <a:latin typeface="G마켓 산스 TTF Medium"/>
                <a:ea typeface="G마켓 산스 TTF Medium"/>
              </a:rPr>
              <a:t>▶</a:t>
            </a:r>
            <a:r>
              <a:rPr lang="en-US" altLang="ko-KR" sz="1200" b="1">
                <a:latin typeface="G마켓 산스 TTF Medium"/>
                <a:ea typeface="G마켓 산스 TTF Medium"/>
              </a:rPr>
              <a:t>ChatServer </a:t>
            </a:r>
            <a:r>
              <a:rPr lang="ko-KR" altLang="en-US" sz="1200" b="1">
                <a:latin typeface="G마켓 산스 TTF Medium"/>
                <a:ea typeface="G마켓 산스 TTF Medium"/>
              </a:rPr>
              <a:t>클래스 </a:t>
            </a:r>
            <a:r>
              <a:rPr lang="en-US" altLang="ko-KR" sz="1200" b="1">
                <a:latin typeface="G마켓 산스 TTF Medium"/>
                <a:ea typeface="G마켓 산스 TTF Medium"/>
              </a:rPr>
              <a:t>– getIterator() </a:t>
            </a:r>
            <a:r>
              <a:rPr lang="ko-KR" altLang="en-US" sz="1200" b="1">
                <a:latin typeface="G마켓 산스 TTF Medium"/>
                <a:ea typeface="G마켓 산스 TTF Medium"/>
              </a:rPr>
              <a:t>메서드</a:t>
            </a:r>
          </a:p>
        </p:txBody>
      </p:sp>
      <p:sp>
        <p:nvSpPr>
          <p:cNvPr id="27" name="직사각형 22"/>
          <p:cNvSpPr/>
          <p:nvPr/>
        </p:nvSpPr>
        <p:spPr>
          <a:xfrm>
            <a:off x="8606833" y="2714113"/>
            <a:ext cx="1982280" cy="2209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28" name="연결선: 꺾임 23"/>
          <p:cNvCxnSpPr>
            <a:stCxn id="27" idx="3"/>
            <a:endCxn id="25" idx="3"/>
          </p:cNvCxnSpPr>
          <p:nvPr/>
        </p:nvCxnSpPr>
        <p:spPr>
          <a:xfrm flipH="1" flipV="1">
            <a:off x="9997070" y="1488722"/>
            <a:ext cx="592044" cy="1335889"/>
          </a:xfrm>
          <a:prstGeom prst="bentConnector3">
            <a:avLst>
              <a:gd name="adj1" fmla="val -2372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1D2930-8D81-D02B-7FC3-CF037DBD2E7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53E93CBA-AC80-093A-18BC-7A4F0DEBF176}"/>
              </a:ext>
            </a:extLst>
          </p:cNvPr>
          <p:cNvGrpSpPr/>
          <p:nvPr/>
        </p:nvGrpSpPr>
        <p:grpSpPr>
          <a:xfrm>
            <a:off x="84479" y="505309"/>
            <a:ext cx="7062045" cy="653798"/>
            <a:chOff x="84479" y="505309"/>
            <a:chExt cx="7062045" cy="65379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AE87025-9D0B-8F88-FBB4-E3771FB14B14}"/>
                </a:ext>
              </a:extLst>
            </p:cNvPr>
            <p:cNvSpPr/>
            <p:nvPr/>
          </p:nvSpPr>
          <p:spPr>
            <a:xfrm>
              <a:off x="197730" y="505309"/>
              <a:ext cx="5998883" cy="33045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dist="50800" sx="1000" sy="1000" algn="ctr" rotWithShape="0">
                <a:srgbClr val="000000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46330D-E772-EE28-DC9C-B92DE8FB5EA7}"/>
                </a:ext>
              </a:extLst>
            </p:cNvPr>
            <p:cNvSpPr txBox="1"/>
            <p:nvPr/>
          </p:nvSpPr>
          <p:spPr>
            <a:xfrm>
              <a:off x="84479" y="512776"/>
              <a:ext cx="70620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| 2. 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프로그램 재실행시 </a:t>
              </a:r>
              <a:r>
                <a:rPr lang="en-US" altLang="ko-KR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HashMap</a:t>
              </a:r>
              <a:r>
                <a:rPr lang="ko-KR" altLang="en-US">
                  <a:solidFill>
                    <a:srgbClr val="000000"/>
                  </a:solidFill>
                  <a:latin typeface="Noto Sans CJK KR Bold" panose="020B0800000000000000"/>
                  <a:ea typeface="Noto Sans CJK KR Bold" panose="020B0800000000000000"/>
                </a:rPr>
                <a:t>에 로딩된 데이터 활용 </a:t>
              </a:r>
              <a:r>
                <a:rPr lang="en-US" altLang="ko-KR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- </a:t>
              </a:r>
              <a:r>
                <a:rPr lang="ko-KR" altLang="en-US" sz="1800" b="0" i="0" u="none" strike="noStrike" kern="1200">
                  <a:solidFill>
                    <a:srgbClr val="000000"/>
                  </a:solidFill>
                  <a:effectLst/>
                  <a:latin typeface="Noto Sans CJK KR Bold" panose="020B0800000000000000"/>
                  <a:ea typeface="Noto Sans CJK KR Bold" panose="020B0800000000000000"/>
                </a:rPr>
                <a:t>유저</a:t>
              </a: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  <a:p>
              <a:pPr marL="0" marR="0" indent="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ko-KR" sz="1800" b="0" i="0" u="none" strike="noStrike"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2CF560E-F775-105A-0B1F-EE1D68C3F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80" y="1476950"/>
            <a:ext cx="3629532" cy="372479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DFFD51C-642B-37BD-1B46-9F2B2E84557A}"/>
              </a:ext>
            </a:extLst>
          </p:cNvPr>
          <p:cNvSpPr/>
          <p:nvPr/>
        </p:nvSpPr>
        <p:spPr>
          <a:xfrm>
            <a:off x="446080" y="1776227"/>
            <a:ext cx="2918557" cy="13849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F830B-59D7-C904-3A64-0A5042B97210}"/>
              </a:ext>
            </a:extLst>
          </p:cNvPr>
          <p:cNvSpPr txBox="1"/>
          <p:nvPr/>
        </p:nvSpPr>
        <p:spPr>
          <a:xfrm>
            <a:off x="354415" y="3392391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채팅방에 재접속시 이전 대화내용이 올라옴</a:t>
            </a:r>
            <a:endParaRPr lang="en-US" altLang="ko-KR" sz="120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DF9D905-DDE6-E169-8DB0-ACA830FE9F9B}"/>
              </a:ext>
            </a:extLst>
          </p:cNvPr>
          <p:cNvGrpSpPr/>
          <p:nvPr/>
        </p:nvGrpSpPr>
        <p:grpSpPr>
          <a:xfrm>
            <a:off x="5001635" y="1254039"/>
            <a:ext cx="5962287" cy="2009256"/>
            <a:chOff x="5001635" y="4387823"/>
            <a:chExt cx="5962287" cy="2009256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BD25DD2-9B0F-41F8-25B4-A40FEAA542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6" b="11645"/>
            <a:stretch/>
          </p:blipFill>
          <p:spPr>
            <a:xfrm>
              <a:off x="5139412" y="4680013"/>
              <a:ext cx="5824510" cy="1717066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F6CEAD-4AAA-E471-4175-B2D64FFCA34F}"/>
                </a:ext>
              </a:extLst>
            </p:cNvPr>
            <p:cNvSpPr txBox="1"/>
            <p:nvPr/>
          </p:nvSpPr>
          <p:spPr>
            <a:xfrm>
              <a:off x="5001635" y="4387823"/>
              <a:ext cx="46088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▶</a:t>
              </a:r>
              <a:r>
                <a:rPr lang="en-US" altLang="ko-KR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CSV </a:t>
              </a:r>
              <a:r>
                <a:rPr lang="ko-KR" altLang="en-US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파일 </a:t>
              </a:r>
              <a:r>
                <a:rPr lang="en-US" altLang="ko-KR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– </a:t>
              </a:r>
              <a:r>
                <a:rPr lang="ko-KR" altLang="en-US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텍스트 파일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73A2420-9362-426A-F73C-BD3A3C72F887}"/>
              </a:ext>
            </a:extLst>
          </p:cNvPr>
          <p:cNvGrpSpPr/>
          <p:nvPr/>
        </p:nvGrpSpPr>
        <p:grpSpPr>
          <a:xfrm>
            <a:off x="5054903" y="3594706"/>
            <a:ext cx="5376359" cy="2609262"/>
            <a:chOff x="5054903" y="1199951"/>
            <a:chExt cx="5376359" cy="26092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3497207-31F0-BA62-68EA-B1EC6CC251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121" b="20769"/>
            <a:stretch/>
          </p:blipFill>
          <p:spPr>
            <a:xfrm>
              <a:off x="5139412" y="1476950"/>
              <a:ext cx="5291850" cy="2332263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39E77C-E64B-C029-6041-C980854FFE4C}"/>
                </a:ext>
              </a:extLst>
            </p:cNvPr>
            <p:cNvSpPr txBox="1"/>
            <p:nvPr/>
          </p:nvSpPr>
          <p:spPr>
            <a:xfrm>
              <a:off x="5054903" y="1199951"/>
              <a:ext cx="46088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▶</a:t>
              </a:r>
              <a:r>
                <a:rPr lang="en-US" altLang="ko-KR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CSV </a:t>
              </a:r>
              <a:r>
                <a:rPr lang="ko-KR" altLang="en-US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파일 </a:t>
              </a:r>
              <a:r>
                <a:rPr lang="en-US" altLang="ko-KR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– </a:t>
              </a:r>
              <a:r>
                <a:rPr lang="ko-KR" altLang="en-US" sz="1200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엑셀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7242F19-5069-BF85-D0C2-152C86B90BCA}"/>
              </a:ext>
            </a:extLst>
          </p:cNvPr>
          <p:cNvSpPr txBox="1"/>
          <p:nvPr/>
        </p:nvSpPr>
        <p:spPr>
          <a:xfrm>
            <a:off x="392812" y="1211090"/>
            <a:ext cx="4608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▶</a:t>
            </a:r>
            <a:r>
              <a:rPr lang="ko-KR" altLang="en-US" sz="1200" b="1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채팅방</a:t>
            </a:r>
            <a:endParaRPr lang="ko-KR" altLang="en-US" sz="12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9317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B90D5-1275-FE27-D8CA-B00D5DAB0172}"/>
              </a:ext>
            </a:extLst>
          </p:cNvPr>
          <p:cNvSpPr/>
          <p:nvPr/>
        </p:nvSpPr>
        <p:spPr>
          <a:xfrm>
            <a:off x="0" y="2369006"/>
            <a:ext cx="12192000" cy="21199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2976070" y="2851508"/>
            <a:ext cx="6239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클라이언트 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GUI</a:t>
            </a:r>
          </a:p>
          <a:p>
            <a:pPr algn="ctr"/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Swing </a:t>
            </a:r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라이브러리 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endParaRPr lang="ko-KR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marR="0" indent="0" rtl="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ko-KR" sz="40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2602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650201" y="1607488"/>
            <a:ext cx="10891598" cy="4959313"/>
            <a:chOff x="529514" y="1607488"/>
            <a:chExt cx="10891598" cy="4959313"/>
          </a:xfrm>
        </p:grpSpPr>
        <p:sp>
          <p:nvSpPr>
            <p:cNvPr id="17" name="직사각형 16"/>
            <p:cNvSpPr/>
            <p:nvPr/>
          </p:nvSpPr>
          <p:spPr>
            <a:xfrm>
              <a:off x="529514" y="1607488"/>
              <a:ext cx="10891598" cy="495931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2515440" y="2086038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32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1</a:t>
              </a:r>
              <a:endParaRPr lang="ko-KR" altLang="en-US" sz="320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18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1033036" y="2935492"/>
              <a:ext cx="3341472" cy="639136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Swing Class </a:t>
              </a:r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란</a:t>
              </a:r>
              <a:r>
                <a:rPr lang="en-US" altLang="ko-KR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?</a:t>
              </a:r>
              <a:endPara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cxnSp>
          <p:nvCxnSpPr>
            <p:cNvPr id="20" name="직선 연결선 19"/>
            <p:cNvCxnSpPr/>
            <p:nvPr/>
          </p:nvCxnSpPr>
          <p:spPr>
            <a:xfrm>
              <a:off x="2383043" y="2793979"/>
              <a:ext cx="64145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>
              <a:stCxn id="17" idx="3"/>
              <a:endCxn id="17" idx="1"/>
            </p:cNvCxnSpPr>
            <p:nvPr/>
          </p:nvCxnSpPr>
          <p:spPr>
            <a:xfrm flipH="1">
              <a:off x="529514" y="4087145"/>
              <a:ext cx="10891598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>
              <a:stCxn id="17" idx="0"/>
              <a:endCxn id="17" idx="2"/>
            </p:cNvCxnSpPr>
            <p:nvPr/>
          </p:nvCxnSpPr>
          <p:spPr>
            <a:xfrm>
              <a:off x="5975313" y="1607488"/>
              <a:ext cx="0" cy="495931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4460234" y="2736926"/>
              <a:ext cx="3030158" cy="270043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 altLang="ko-KR" sz="18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endParaRPr lang="en-US" altLang="ko-KR" sz="18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endParaRPr lang="en-US" altLang="ko-KR" sz="18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r>
                <a:rPr lang="ko-KR" altLang="en-US" sz="18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코드 소개 전에</a:t>
              </a:r>
              <a:endParaRPr lang="en-US" altLang="ko-KR" sz="18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r>
                <a:rPr lang="ko-KR" altLang="en-US" sz="18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선행 내용</a:t>
              </a:r>
              <a:endParaRPr lang="en-US" altLang="ko-KR" sz="18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r>
                <a:rPr lang="en-US" altLang="ko-KR" sz="32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Contents</a:t>
              </a:r>
              <a:endParaRPr lang="en-US" altLang="ko-KR" sz="180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4" name="모서리가 둥근 직사각형 3"/>
            <p:cNvSpPr/>
            <p:nvPr/>
          </p:nvSpPr>
          <p:spPr>
            <a:xfrm>
              <a:off x="5295804" y="3013235"/>
              <a:ext cx="1359017" cy="797601"/>
            </a:xfrm>
            <a:prstGeom prst="roundRect">
              <a:avLst>
                <a:gd name="adj" fmla="val 43123"/>
              </a:avLst>
            </a:prstGeom>
            <a:solidFill>
              <a:srgbClr val="E4650E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3200">
                  <a:solidFill>
                    <a:schemeClr val="bg1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GUI</a:t>
              </a:r>
              <a:endParaRPr lang="ko-KR" altLang="en-US" sz="3200"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43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2515440" y="4581515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32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3</a:t>
              </a:r>
              <a:endParaRPr lang="ko-KR" altLang="en-US" sz="320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44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1033036" y="5430969"/>
              <a:ext cx="3341472" cy="639136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사용할 컴포넌트 선택</a:t>
              </a:r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2383043" y="5289456"/>
              <a:ext cx="64145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9306736" y="4581515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32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4</a:t>
              </a:r>
              <a:endParaRPr lang="ko-KR" altLang="en-US" sz="320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47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7824332" y="5430969"/>
              <a:ext cx="3341472" cy="639136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사용 코드 서술</a:t>
              </a:r>
            </a:p>
          </p:txBody>
        </p:sp>
        <p:cxnSp>
          <p:nvCxnSpPr>
            <p:cNvPr id="48" name="직선 연결선 47"/>
            <p:cNvCxnSpPr/>
            <p:nvPr/>
          </p:nvCxnSpPr>
          <p:spPr>
            <a:xfrm>
              <a:off x="9174339" y="5289456"/>
              <a:ext cx="64145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9306736" y="2086038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32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2</a:t>
              </a:r>
              <a:endParaRPr lang="ko-KR" altLang="en-US" sz="320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50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7824332" y="2935492"/>
              <a:ext cx="3341472" cy="639136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Swing </a:t>
              </a:r>
              <a:r>
                <a:rPr lang="ko-KR" altLang="en-US" sz="200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계층구조</a:t>
              </a:r>
            </a:p>
          </p:txBody>
        </p:sp>
        <p:cxnSp>
          <p:nvCxnSpPr>
            <p:cNvPr id="51" name="직선 연결선 50"/>
            <p:cNvCxnSpPr/>
            <p:nvPr/>
          </p:nvCxnSpPr>
          <p:spPr>
            <a:xfrm>
              <a:off x="9174339" y="2793979"/>
              <a:ext cx="64145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2863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1013186" y="1747311"/>
            <a:ext cx="4780945" cy="745934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1. Swing Class </a:t>
            </a:r>
            <a:r>
              <a:rPr lang="ko-KR" altLang="en-US" sz="32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란</a:t>
            </a:r>
            <a:r>
              <a:rPr lang="en-US" altLang="ko-KR" sz="32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  <a:endParaRPr lang="ko-KR" altLang="en-US" sz="32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1013186" y="3055940"/>
            <a:ext cx="10171471" cy="2993173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은 </a:t>
            </a:r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JDK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 포함되어 있는 </a:t>
            </a:r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GUI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구현 용 라이브러리</a:t>
            </a:r>
            <a:endParaRPr lang="en-US" altLang="ko-KR" sz="20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- </a:t>
            </a:r>
            <a:r>
              <a:rPr lang="en-US" altLang="ko-KR" sz="1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Graphic User Interface :	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사용자가 편리하게 사용할 수 있도록 입출력 등의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기능을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lvl="1" indent="0">
              <a:buNone/>
            </a:pP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				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알기 쉽게 그래픽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아이콘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 등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나타낸 것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en-US" altLang="ko-KR" sz="24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다양한 컴포넌트와 이벤트 처리 구현이 가능한 클래스</a:t>
            </a:r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메서드를 제공</a:t>
            </a:r>
            <a:endParaRPr lang="en-US" altLang="ko-KR" sz="20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en-US" altLang="ko-KR">
              <a:solidFill>
                <a:srgbClr val="24292F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ko-KR" altLang="en-US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54731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80975" y="1801843"/>
            <a:ext cx="11820525" cy="5025965"/>
            <a:chOff x="0" y="1"/>
            <a:chExt cx="12191999" cy="6858000"/>
          </a:xfrm>
        </p:grpSpPr>
        <p:pic>
          <p:nvPicPr>
            <p:cNvPr id="9" name="Picture 4" descr="https://blog.kakaocdn.net/dn/JkVuI/btrkJm3Aiew/t9Ik8WAE4UaAagRMbjfKqk/img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"/>
              <a:ext cx="12191999" cy="6858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>
              <a:off x="4632960" y="1213658"/>
              <a:ext cx="1463040" cy="48213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43350" y="938059"/>
              <a:ext cx="4843549" cy="473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다른 컴포넌트를 포함할 수 있는 컴포넌트 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123708" y="2909454"/>
              <a:ext cx="4682837" cy="40911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6000" y="3374967"/>
              <a:ext cx="5491942" cy="473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스스로 화면에 자신을 출력하는 최상위컨테이너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901440" y="568036"/>
              <a:ext cx="1463040" cy="48213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3360" y="61142"/>
              <a:ext cx="4843549" cy="473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>
                  <a:solidFill>
                    <a:srgbClr val="FF0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컨테이너에 포함된 객체들을 화면에 출력</a:t>
              </a:r>
            </a:p>
          </p:txBody>
        </p:sp>
      </p:grpSp>
      <p:sp>
        <p:nvSpPr>
          <p:cNvPr id="16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-263164" y="1231783"/>
            <a:ext cx="3864757" cy="558001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Swing </a:t>
            </a:r>
            <a:r>
              <a:rPr lang="ko-KR" altLang="en-US" sz="24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계층구조</a:t>
            </a:r>
          </a:p>
        </p:txBody>
      </p:sp>
    </p:spTree>
    <p:extLst>
      <p:ext uri="{BB962C8B-B14F-4D97-AF65-F5344CB8AC3E}">
        <p14:creationId xmlns:p14="http://schemas.microsoft.com/office/powerpoint/2010/main" val="12262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6" name="정육면체 15">
            <a:extLst>
              <a:ext uri="{FF2B5EF4-FFF2-40B4-BE49-F238E27FC236}">
                <a16:creationId xmlns:a16="http://schemas.microsoft.com/office/drawing/2014/main" id="{9191A6C3-3DA2-5AF1-3CB9-8F386D8168F1}"/>
              </a:ext>
            </a:extLst>
          </p:cNvPr>
          <p:cNvSpPr/>
          <p:nvPr/>
        </p:nvSpPr>
        <p:spPr>
          <a:xfrm>
            <a:off x="5824725" y="2353942"/>
            <a:ext cx="5195454" cy="3366654"/>
          </a:xfrm>
          <a:prstGeom prst="cube">
            <a:avLst>
              <a:gd name="adj" fmla="val 386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17" name="정육면체 16">
            <a:extLst>
              <a:ext uri="{FF2B5EF4-FFF2-40B4-BE49-F238E27FC236}">
                <a16:creationId xmlns:a16="http://schemas.microsoft.com/office/drawing/2014/main" id="{409DD21D-C1D5-742A-8D7E-5140B9A21BC2}"/>
              </a:ext>
            </a:extLst>
          </p:cNvPr>
          <p:cNvSpPr/>
          <p:nvPr/>
        </p:nvSpPr>
        <p:spPr>
          <a:xfrm>
            <a:off x="5544605" y="3282194"/>
            <a:ext cx="4696691" cy="2663537"/>
          </a:xfrm>
          <a:prstGeom prst="cube">
            <a:avLst>
              <a:gd name="adj" fmla="val 3869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Content Pane</a:t>
            </a:r>
            <a:endParaRPr lang="ko-KR" altLang="en-US" sz="2000" b="1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8" name="Picture 2" descr="calculator_windows7_023">
            <a:extLst>
              <a:ext uri="{FF2B5EF4-FFF2-40B4-BE49-F238E27FC236}">
                <a16:creationId xmlns:a16="http://schemas.microsoft.com/office/drawing/2014/main" id="{E78440E2-D797-957D-71B2-C773F2C2B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17" y="1855177"/>
            <a:ext cx="3411248" cy="460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정육면체 18">
            <a:extLst>
              <a:ext uri="{FF2B5EF4-FFF2-40B4-BE49-F238E27FC236}">
                <a16:creationId xmlns:a16="http://schemas.microsoft.com/office/drawing/2014/main" id="{82B9B024-098B-DD9F-95DE-1E4429C2B9E0}"/>
              </a:ext>
            </a:extLst>
          </p:cNvPr>
          <p:cNvSpPr/>
          <p:nvPr/>
        </p:nvSpPr>
        <p:spPr>
          <a:xfrm>
            <a:off x="5544605" y="3093426"/>
            <a:ext cx="4696691" cy="377536"/>
          </a:xfrm>
          <a:prstGeom prst="cube">
            <a:avLst>
              <a:gd name="adj" fmla="val 2588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0C865-2963-FBAD-2787-C59C9EC84C64}"/>
              </a:ext>
            </a:extLst>
          </p:cNvPr>
          <p:cNvSpPr txBox="1"/>
          <p:nvPr/>
        </p:nvSpPr>
        <p:spPr>
          <a:xfrm>
            <a:off x="7615858" y="2503608"/>
            <a:ext cx="1381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Frame</a:t>
            </a:r>
            <a:endParaRPr lang="ko-KR" altLang="en-US" sz="2400" b="1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F90D5A1-0A31-4229-02DA-6AD0AA2DE689}"/>
              </a:ext>
            </a:extLst>
          </p:cNvPr>
          <p:cNvSpPr/>
          <p:nvPr/>
        </p:nvSpPr>
        <p:spPr>
          <a:xfrm>
            <a:off x="5104288" y="1855177"/>
            <a:ext cx="6400800" cy="45304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5719178" y="1570785"/>
            <a:ext cx="5171020" cy="56308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컨테이너 </a:t>
            </a:r>
            <a:r>
              <a:rPr lang="en-US" altLang="ko-KR" sz="2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lang="en-US" altLang="ko-KR" sz="280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JFrame</a:t>
            </a:r>
            <a:r>
              <a:rPr lang="ko-KR" altLang="en-US" sz="2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사용할 컴포넌트 선택</a:t>
            </a:r>
          </a:p>
        </p:txBody>
      </p:sp>
    </p:spTree>
    <p:extLst>
      <p:ext uri="{BB962C8B-B14F-4D97-AF65-F5344CB8AC3E}">
        <p14:creationId xmlns:p14="http://schemas.microsoft.com/office/powerpoint/2010/main" val="35295512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9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사용할 컴포넌트 선택</a:t>
            </a:r>
          </a:p>
        </p:txBody>
      </p:sp>
      <p:grpSp>
        <p:nvGrpSpPr>
          <p:cNvPr id="52" name="그룹 51"/>
          <p:cNvGrpSpPr/>
          <p:nvPr/>
        </p:nvGrpSpPr>
        <p:grpSpPr>
          <a:xfrm>
            <a:off x="241959" y="2184158"/>
            <a:ext cx="11708082" cy="4242285"/>
            <a:chOff x="241959" y="1660283"/>
            <a:chExt cx="11708082" cy="4242285"/>
          </a:xfrm>
        </p:grpSpPr>
        <p:grpSp>
          <p:nvGrpSpPr>
            <p:cNvPr id="50" name="그룹 49"/>
            <p:cNvGrpSpPr/>
            <p:nvPr/>
          </p:nvGrpSpPr>
          <p:grpSpPr>
            <a:xfrm>
              <a:off x="241959" y="1660283"/>
              <a:ext cx="11708082" cy="4242285"/>
              <a:chOff x="241959" y="1660283"/>
              <a:chExt cx="11708082" cy="4242285"/>
            </a:xfrm>
          </p:grpSpPr>
          <p:grpSp>
            <p:nvGrpSpPr>
              <p:cNvPr id="5" name="그룹 4"/>
              <p:cNvGrpSpPr/>
              <p:nvPr/>
            </p:nvGrpSpPr>
            <p:grpSpPr>
              <a:xfrm>
                <a:off x="241959" y="1660283"/>
                <a:ext cx="11708082" cy="4242285"/>
                <a:chOff x="241960" y="1397535"/>
                <a:chExt cx="11708082" cy="4242285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4EE59FE7-EF9B-60D9-B6B3-E4A606A6DAC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207272" y="1590767"/>
                  <a:ext cx="3600000" cy="3600000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</p:pic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660485B8-E98A-4AA2-40F0-1C0CA9400A9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7940" y="1629000"/>
                  <a:ext cx="3600000" cy="3600000"/>
                </a:xfrm>
                <a:prstGeom prst="rect">
                  <a:avLst/>
                </a:prstGeom>
                <a:ln w="12700">
                  <a:solidFill>
                    <a:schemeClr val="tx1"/>
                  </a:solidFill>
                </a:ln>
              </p:spPr>
            </p:pic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DC20EA32-5A58-2BDB-3DB2-EB00F9EF6A02}"/>
                    </a:ext>
                  </a:extLst>
                </p:cNvPr>
                <p:cNvSpPr/>
                <p:nvPr/>
              </p:nvSpPr>
              <p:spPr>
                <a:xfrm>
                  <a:off x="8674100" y="4876800"/>
                  <a:ext cx="1816100" cy="32680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640C3402-FBC3-4BA9-B8BB-32EBF635FB8F}"/>
                    </a:ext>
                  </a:extLst>
                </p:cNvPr>
                <p:cNvSpPr/>
                <p:nvPr/>
              </p:nvSpPr>
              <p:spPr>
                <a:xfrm>
                  <a:off x="324440" y="4279900"/>
                  <a:ext cx="3714160" cy="100330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9CFA8DA3-CFF3-D6A6-4E9D-1326BB7CE67D}"/>
                    </a:ext>
                  </a:extLst>
                </p:cNvPr>
                <p:cNvSpPr/>
                <p:nvPr/>
              </p:nvSpPr>
              <p:spPr>
                <a:xfrm>
                  <a:off x="10604500" y="4876800"/>
                  <a:ext cx="723900" cy="381000"/>
                </a:xfrm>
                <a:prstGeom prst="rect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AB440460-2583-A092-3E87-1B28FD5C7236}"/>
                    </a:ext>
                  </a:extLst>
                </p:cNvPr>
                <p:cNvSpPr/>
                <p:nvPr/>
              </p:nvSpPr>
              <p:spPr>
                <a:xfrm>
                  <a:off x="3441700" y="4889500"/>
                  <a:ext cx="546100" cy="326800"/>
                </a:xfrm>
                <a:prstGeom prst="rect">
                  <a:avLst/>
                </a:prstGeom>
                <a:noFill/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19A220DC-76E1-36F9-23A8-096D3F0B3008}"/>
                    </a:ext>
                  </a:extLst>
                </p:cNvPr>
                <p:cNvSpPr/>
                <p:nvPr/>
              </p:nvSpPr>
              <p:spPr>
                <a:xfrm>
                  <a:off x="324440" y="2209800"/>
                  <a:ext cx="3714160" cy="201590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F632F283-C8F0-7130-3DDD-9B2FCD331A42}"/>
                    </a:ext>
                  </a:extLst>
                </p:cNvPr>
                <p:cNvSpPr/>
                <p:nvPr/>
              </p:nvSpPr>
              <p:spPr>
                <a:xfrm>
                  <a:off x="8146980" y="1879600"/>
                  <a:ext cx="3714160" cy="294300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8989C096-197C-20B6-C1DC-C0C23004E952}"/>
                    </a:ext>
                  </a:extLst>
                </p:cNvPr>
                <p:cNvSpPr/>
                <p:nvPr/>
              </p:nvSpPr>
              <p:spPr>
                <a:xfrm>
                  <a:off x="241960" y="1463900"/>
                  <a:ext cx="3885540" cy="3946300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1611A29-2E61-97DA-1B58-C9811F6BDE53}"/>
                    </a:ext>
                  </a:extLst>
                </p:cNvPr>
                <p:cNvSpPr/>
                <p:nvPr/>
              </p:nvSpPr>
              <p:spPr>
                <a:xfrm>
                  <a:off x="8064502" y="1476600"/>
                  <a:ext cx="3885540" cy="3946300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8133ECFC-2C08-3796-EA9E-C97E64D404C2}"/>
                    </a:ext>
                  </a:extLst>
                </p:cNvPr>
                <p:cNvGrpSpPr/>
                <p:nvPr/>
              </p:nvGrpSpPr>
              <p:grpSpPr>
                <a:xfrm>
                  <a:off x="4022723" y="1527401"/>
                  <a:ext cx="1209677" cy="203198"/>
                  <a:chOff x="4022723" y="1527401"/>
                  <a:chExt cx="1209677" cy="203198"/>
                </a:xfrm>
              </p:grpSpPr>
              <p:cxnSp>
                <p:nvCxnSpPr>
                  <p:cNvPr id="20" name="직선 화살표 연결선 19">
                    <a:extLst>
                      <a:ext uri="{FF2B5EF4-FFF2-40B4-BE49-F238E27FC236}">
                        <a16:creationId xmlns:a16="http://schemas.microsoft.com/office/drawing/2014/main" id="{49C62791-771B-6325-FC63-01A9B19759E9}"/>
                      </a:ext>
                    </a:extLst>
                  </p:cNvPr>
                  <p:cNvCxnSpPr/>
                  <p:nvPr/>
                </p:nvCxnSpPr>
                <p:spPr>
                  <a:xfrm>
                    <a:off x="4127500" y="1629000"/>
                    <a:ext cx="1104900" cy="0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타원 20">
                    <a:extLst>
                      <a:ext uri="{FF2B5EF4-FFF2-40B4-BE49-F238E27FC236}">
                        <a16:creationId xmlns:a16="http://schemas.microsoft.com/office/drawing/2014/main" id="{71EA94F3-A799-FB17-A60B-9B8FBB772B6E}"/>
                      </a:ext>
                    </a:extLst>
                  </p:cNvPr>
                  <p:cNvSpPr/>
                  <p:nvPr/>
                </p:nvSpPr>
                <p:spPr>
                  <a:xfrm>
                    <a:off x="4022723" y="1527401"/>
                    <a:ext cx="209550" cy="203198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6C939BB3-AEE0-EF9F-F5FB-6641D11EDC97}"/>
                    </a:ext>
                  </a:extLst>
                </p:cNvPr>
                <p:cNvGrpSpPr/>
                <p:nvPr/>
              </p:nvGrpSpPr>
              <p:grpSpPr>
                <a:xfrm>
                  <a:off x="6845300" y="1511302"/>
                  <a:ext cx="1323975" cy="203198"/>
                  <a:chOff x="6845300" y="1511302"/>
                  <a:chExt cx="1323975" cy="203198"/>
                </a:xfrm>
              </p:grpSpPr>
              <p:cxnSp>
                <p:nvCxnSpPr>
                  <p:cNvPr id="23" name="직선 화살표 연결선 22">
                    <a:extLst>
                      <a:ext uri="{FF2B5EF4-FFF2-40B4-BE49-F238E27FC236}">
                        <a16:creationId xmlns:a16="http://schemas.microsoft.com/office/drawing/2014/main" id="{3667B4C7-0A67-9EB2-9647-882DD98EDD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45300" y="1629000"/>
                    <a:ext cx="1219202" cy="0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타원 23">
                    <a:extLst>
                      <a:ext uri="{FF2B5EF4-FFF2-40B4-BE49-F238E27FC236}">
                        <a16:creationId xmlns:a16="http://schemas.microsoft.com/office/drawing/2014/main" id="{7F4BC3E7-428F-4391-AACA-355E8E71F01E}"/>
                      </a:ext>
                    </a:extLst>
                  </p:cNvPr>
                  <p:cNvSpPr/>
                  <p:nvPr/>
                </p:nvSpPr>
                <p:spPr>
                  <a:xfrm>
                    <a:off x="7959725" y="1511302"/>
                    <a:ext cx="209550" cy="203198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E7781BB7-211A-D913-A764-BD9F28DA964E}"/>
                    </a:ext>
                  </a:extLst>
                </p:cNvPr>
                <p:cNvGrpSpPr/>
                <p:nvPr/>
              </p:nvGrpSpPr>
              <p:grpSpPr>
                <a:xfrm>
                  <a:off x="3916293" y="2281126"/>
                  <a:ext cx="1316107" cy="203198"/>
                  <a:chOff x="3667125" y="2725626"/>
                  <a:chExt cx="1565275" cy="203198"/>
                </a:xfrm>
              </p:grpSpPr>
              <p:cxnSp>
                <p:nvCxnSpPr>
                  <p:cNvPr id="26" name="직선 화살표 연결선 25">
                    <a:extLst>
                      <a:ext uri="{FF2B5EF4-FFF2-40B4-BE49-F238E27FC236}">
                        <a16:creationId xmlns:a16="http://schemas.microsoft.com/office/drawing/2014/main" id="{CB4F8440-6E92-AC13-B854-DC5317BC80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771900" y="2827225"/>
                    <a:ext cx="1460500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" name="타원 26">
                    <a:extLst>
                      <a:ext uri="{FF2B5EF4-FFF2-40B4-BE49-F238E27FC236}">
                        <a16:creationId xmlns:a16="http://schemas.microsoft.com/office/drawing/2014/main" id="{6E9DBEE5-D0C6-0CA1-DFE6-5F2D577AFC7F}"/>
                      </a:ext>
                    </a:extLst>
                  </p:cNvPr>
                  <p:cNvSpPr/>
                  <p:nvPr/>
                </p:nvSpPr>
                <p:spPr>
                  <a:xfrm>
                    <a:off x="3667125" y="2725626"/>
                    <a:ext cx="251191" cy="20319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23476A09-B003-8078-579D-A20B33DA24AD}"/>
                    </a:ext>
                  </a:extLst>
                </p:cNvPr>
                <p:cNvGrpSpPr/>
                <p:nvPr/>
              </p:nvGrpSpPr>
              <p:grpSpPr>
                <a:xfrm>
                  <a:off x="6845300" y="2281126"/>
                  <a:ext cx="1426244" cy="203198"/>
                  <a:chOff x="6845300" y="2725626"/>
                  <a:chExt cx="1673230" cy="203198"/>
                </a:xfrm>
              </p:grpSpPr>
              <p:cxnSp>
                <p:nvCxnSpPr>
                  <p:cNvPr id="29" name="직선 화살표 연결선 28">
                    <a:extLst>
                      <a:ext uri="{FF2B5EF4-FFF2-40B4-BE49-F238E27FC236}">
                        <a16:creationId xmlns:a16="http://schemas.microsoft.com/office/drawing/2014/main" id="{4D5B12E6-EE3D-50D7-33A8-57FB50FD8F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45300" y="2827225"/>
                    <a:ext cx="1568453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E8289704-E2CC-7B63-990E-1A61A993815B}"/>
                      </a:ext>
                    </a:extLst>
                  </p:cNvPr>
                  <p:cNvSpPr/>
                  <p:nvPr/>
                </p:nvSpPr>
                <p:spPr>
                  <a:xfrm>
                    <a:off x="8268098" y="2725626"/>
                    <a:ext cx="250432" cy="203198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4C296E08-56C3-FAC9-4917-F9938DADC6F1}"/>
                    </a:ext>
                  </a:extLst>
                </p:cNvPr>
                <p:cNvSpPr/>
                <p:nvPr/>
              </p:nvSpPr>
              <p:spPr>
                <a:xfrm>
                  <a:off x="5384657" y="1397535"/>
                  <a:ext cx="1316107" cy="43073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Frame</a:t>
                  </a:r>
                  <a:endParaRPr lang="ko-KR" altLang="en-US" sz="1600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endParaRPr>
                </a:p>
              </p:txBody>
            </p:sp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1E79F4BF-6FD2-D441-1DA0-7AD32B2C13FE}"/>
                    </a:ext>
                  </a:extLst>
                </p:cNvPr>
                <p:cNvSpPr/>
                <p:nvPr/>
              </p:nvSpPr>
              <p:spPr>
                <a:xfrm>
                  <a:off x="5384656" y="1967854"/>
                  <a:ext cx="1316107" cy="770191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err="1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Textarea</a:t>
                  </a:r>
                  <a:endParaRPr lang="en-US" altLang="ko-KR" sz="1600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endParaRPr>
                </a:p>
                <a:p>
                  <a:pPr algn="ctr"/>
                  <a:r>
                    <a:rPr lang="en-US" altLang="ko-KR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(</a:t>
                  </a:r>
                  <a:r>
                    <a:rPr lang="ko-KR" altLang="en-US" sz="1600" err="1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여러줄</a:t>
                  </a:r>
                  <a:r>
                    <a:rPr lang="en-US" altLang="ko-KR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)</a:t>
                  </a:r>
                  <a:endParaRPr lang="ko-KR" altLang="en-US" sz="1600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6EBA231E-26DA-7FC2-FBA0-F0C5D053C19B}"/>
                    </a:ext>
                  </a:extLst>
                </p:cNvPr>
                <p:cNvSpPr/>
                <p:nvPr/>
              </p:nvSpPr>
              <p:spPr>
                <a:xfrm>
                  <a:off x="5381234" y="3746289"/>
                  <a:ext cx="1316107" cy="67101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err="1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Textfield</a:t>
                  </a:r>
                  <a:endParaRPr lang="en-US" altLang="ko-KR" sz="1600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endParaRPr>
                </a:p>
                <a:p>
                  <a:pPr algn="ctr"/>
                  <a:r>
                    <a:rPr lang="en-US" altLang="ko-KR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(1</a:t>
                  </a:r>
                  <a:r>
                    <a:rPr lang="ko-KR" altLang="en-US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줄</a:t>
                  </a:r>
                  <a:r>
                    <a:rPr lang="en-US" altLang="ko-KR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)</a:t>
                  </a:r>
                  <a:endParaRPr lang="ko-KR" altLang="en-US" sz="1600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endParaRP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1F4AA898-DEA8-4BCB-3754-DAB5291172D3}"/>
                    </a:ext>
                  </a:extLst>
                </p:cNvPr>
                <p:cNvSpPr/>
                <p:nvPr/>
              </p:nvSpPr>
              <p:spPr>
                <a:xfrm>
                  <a:off x="5384656" y="4861235"/>
                  <a:ext cx="1316107" cy="43073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>
                      <a:solidFill>
                        <a:schemeClr val="tx1"/>
                      </a:solidFill>
                      <a:latin typeface="G마켓 산스 TTF Medium" panose="02000000000000000000" pitchFamily="2" charset="-127"/>
                      <a:ea typeface="G마켓 산스 TTF Medium" panose="02000000000000000000" pitchFamily="2" charset="-127"/>
                    </a:rPr>
                    <a:t>Button</a:t>
                  </a:r>
                  <a:endParaRPr lang="ko-KR" altLang="en-US" sz="1600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endParaRPr>
                </a:p>
              </p:txBody>
            </p:sp>
            <p:cxnSp>
              <p:nvCxnSpPr>
                <p:cNvPr id="35" name="연결선: 꺾임 96">
                  <a:extLst>
                    <a:ext uri="{FF2B5EF4-FFF2-40B4-BE49-F238E27FC236}">
                      <a16:creationId xmlns:a16="http://schemas.microsoft.com/office/drawing/2014/main" id="{45D24D4B-A1DA-8956-B7A8-D799C1A99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895960" y="4084750"/>
                  <a:ext cx="1778140" cy="958790"/>
                </a:xfrm>
                <a:prstGeom prst="bentConnector3">
                  <a:avLst>
                    <a:gd name="adj1" fmla="val 41980"/>
                  </a:avLst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745A11B7-5F30-B56B-5A96-BBF656934B62}"/>
                    </a:ext>
                  </a:extLst>
                </p:cNvPr>
                <p:cNvSpPr/>
                <p:nvPr/>
              </p:nvSpPr>
              <p:spPr>
                <a:xfrm>
                  <a:off x="8562511" y="4954760"/>
                  <a:ext cx="213466" cy="20319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8AA3482D-D74D-B2BA-FD1C-EA039D3AB0D2}"/>
                    </a:ext>
                  </a:extLst>
                </p:cNvPr>
                <p:cNvSpPr/>
                <p:nvPr/>
              </p:nvSpPr>
              <p:spPr>
                <a:xfrm>
                  <a:off x="3898599" y="4448704"/>
                  <a:ext cx="213466" cy="20319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8" name="연결선: 꺾임 103">
                  <a:extLst>
                    <a:ext uri="{FF2B5EF4-FFF2-40B4-BE49-F238E27FC236}">
                      <a16:creationId xmlns:a16="http://schemas.microsoft.com/office/drawing/2014/main" id="{04475249-6AAE-D0C6-3275-D733B1DAB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21895" y="4084750"/>
                  <a:ext cx="1210505" cy="465553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연결선: 꺾임 109">
                  <a:extLst>
                    <a:ext uri="{FF2B5EF4-FFF2-40B4-BE49-F238E27FC236}">
                      <a16:creationId xmlns:a16="http://schemas.microsoft.com/office/drawing/2014/main" id="{B9952BE8-3925-D358-F867-08612E194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895962" y="5080557"/>
                  <a:ext cx="4070488" cy="534095"/>
                </a:xfrm>
                <a:prstGeom prst="bentConnector3">
                  <a:avLst>
                    <a:gd name="adj1" fmla="val 85242"/>
                  </a:avLst>
                </a:prstGeom>
                <a:ln w="38100">
                  <a:solidFill>
                    <a:schemeClr val="accent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B1C05338-22C9-F18A-1741-720782E9A9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966450" y="5231818"/>
                  <a:ext cx="0" cy="408002"/>
                </a:xfrm>
                <a:prstGeom prst="line">
                  <a:avLst/>
                </a:prstGeom>
                <a:ln w="381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2E1DDBC-2783-A43D-4EBB-398F94CA0F9E}"/>
                    </a:ext>
                  </a:extLst>
                </p:cNvPr>
                <p:cNvSpPr/>
                <p:nvPr/>
              </p:nvSpPr>
              <p:spPr>
                <a:xfrm>
                  <a:off x="10864573" y="5168785"/>
                  <a:ext cx="213466" cy="20319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42" name="그룹 41">
                  <a:extLst>
                    <a:ext uri="{FF2B5EF4-FFF2-40B4-BE49-F238E27FC236}">
                      <a16:creationId xmlns:a16="http://schemas.microsoft.com/office/drawing/2014/main" id="{22BD77AC-090D-FF11-8648-80EC738EF083}"/>
                    </a:ext>
                  </a:extLst>
                </p:cNvPr>
                <p:cNvGrpSpPr/>
                <p:nvPr/>
              </p:nvGrpSpPr>
              <p:grpSpPr>
                <a:xfrm>
                  <a:off x="3721793" y="4977626"/>
                  <a:ext cx="1510607" cy="203198"/>
                  <a:chOff x="3435802" y="3112867"/>
                  <a:chExt cx="1796598" cy="203198"/>
                </a:xfrm>
                <a:solidFill>
                  <a:schemeClr val="accent2"/>
                </a:solidFill>
              </p:grpSpPr>
              <p:cxnSp>
                <p:nvCxnSpPr>
                  <p:cNvPr id="43" name="직선 화살표 연결선 42">
                    <a:extLst>
                      <a:ext uri="{FF2B5EF4-FFF2-40B4-BE49-F238E27FC236}">
                        <a16:creationId xmlns:a16="http://schemas.microsoft.com/office/drawing/2014/main" id="{F347125A-5D64-03D1-F345-6DD108C6B1AF}"/>
                      </a:ext>
                    </a:extLst>
                  </p:cNvPr>
                  <p:cNvCxnSpPr>
                    <a:cxnSpLocks/>
                    <a:stCxn id="44" idx="6"/>
                  </p:cNvCxnSpPr>
                  <p:nvPr/>
                </p:nvCxnSpPr>
                <p:spPr>
                  <a:xfrm>
                    <a:off x="3686993" y="3214466"/>
                    <a:ext cx="1545407" cy="3284"/>
                  </a:xfrm>
                  <a:prstGeom prst="straightConnector1">
                    <a:avLst/>
                  </a:prstGeom>
                  <a:grpFill/>
                  <a:ln w="3810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타원 43">
                    <a:extLst>
                      <a:ext uri="{FF2B5EF4-FFF2-40B4-BE49-F238E27FC236}">
                        <a16:creationId xmlns:a16="http://schemas.microsoft.com/office/drawing/2014/main" id="{7A478B4B-C6AC-F299-8E2C-3ECB8F957E16}"/>
                      </a:ext>
                    </a:extLst>
                  </p:cNvPr>
                  <p:cNvSpPr/>
                  <p:nvPr/>
                </p:nvSpPr>
                <p:spPr>
                  <a:xfrm>
                    <a:off x="3435802" y="3112867"/>
                    <a:ext cx="251191" cy="203198"/>
                  </a:xfrm>
                  <a:prstGeom prst="ellipse">
                    <a:avLst/>
                  </a:prstGeom>
                  <a:grp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4C296E08-56C3-FAC9-4917-F9938DADC6F1}"/>
                  </a:ext>
                </a:extLst>
              </p:cNvPr>
              <p:cNvSpPr/>
              <p:nvPr/>
            </p:nvSpPr>
            <p:spPr>
              <a:xfrm>
                <a:off x="5386070" y="3312408"/>
                <a:ext cx="1316107" cy="4307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err="1">
                    <a:solidFill>
                      <a:schemeClr val="tx1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ScrollBar</a:t>
                </a:r>
                <a:endParaRPr lang="ko-KR" altLang="en-US" sz="16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4D5B12E6-EE3D-50D7-33A8-57FB50FD8F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5959" y="3512248"/>
              <a:ext cx="4750087" cy="31052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8289704-E2CC-7B63-990E-1A61A993815B}"/>
                </a:ext>
              </a:extLst>
            </p:cNvPr>
            <p:cNvSpPr/>
            <p:nvPr/>
          </p:nvSpPr>
          <p:spPr>
            <a:xfrm>
              <a:off x="11531523" y="3410650"/>
              <a:ext cx="213466" cy="203198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875895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85750" y="2736734"/>
            <a:ext cx="2443644" cy="2718033"/>
            <a:chOff x="1349752" y="2606181"/>
            <a:chExt cx="2443644" cy="2718033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A594E14-0E0D-449E-12F7-8C2AA216159A}"/>
                </a:ext>
              </a:extLst>
            </p:cNvPr>
            <p:cNvSpPr/>
            <p:nvPr/>
          </p:nvSpPr>
          <p:spPr>
            <a:xfrm>
              <a:off x="1575556" y="3068624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SwingClientApp</a:t>
              </a:r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4AF18AC-3A3F-22AB-297D-A4EDDC168301}"/>
                </a:ext>
              </a:extLst>
            </p:cNvPr>
            <p:cNvSpPr/>
            <p:nvPr/>
          </p:nvSpPr>
          <p:spPr>
            <a:xfrm>
              <a:off x="1349752" y="2606181"/>
              <a:ext cx="2443644" cy="27180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873A33-3BAC-DC00-196D-5743734AEFCB}"/>
                </a:ext>
              </a:extLst>
            </p:cNvPr>
            <p:cNvSpPr txBox="1"/>
            <p:nvPr/>
          </p:nvSpPr>
          <p:spPr>
            <a:xfrm>
              <a:off x="1349752" y="2606181"/>
              <a:ext cx="1300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err="1">
                  <a:solidFill>
                    <a:srgbClr val="FF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JFrame</a:t>
              </a:r>
              <a:endParaRPr lang="ko-KR" altLang="en-US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3D331B6-63A6-B976-5B54-06D6F7D5462E}"/>
                </a:ext>
              </a:extLst>
            </p:cNvPr>
            <p:cNvSpPr/>
            <p:nvPr/>
          </p:nvSpPr>
          <p:spPr>
            <a:xfrm>
              <a:off x="1575555" y="3616005"/>
              <a:ext cx="1992037" cy="1548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클래스</a:t>
              </a: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3507959" y="1781307"/>
            <a:ext cx="1992037" cy="1689333"/>
            <a:chOff x="3915624" y="1466959"/>
            <a:chExt cx="1992037" cy="168933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A49FDD2-4060-30E3-EDB0-9B89FDAF031D}"/>
                </a:ext>
              </a:extLst>
            </p:cNvPr>
            <p:cNvSpPr/>
            <p:nvPr/>
          </p:nvSpPr>
          <p:spPr>
            <a:xfrm>
              <a:off x="3915630" y="2061530"/>
              <a:ext cx="1992021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SwingClientApp</a:t>
              </a:r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E47A860-FD67-5791-0E61-B806132505CE}"/>
                </a:ext>
              </a:extLst>
            </p:cNvPr>
            <p:cNvSpPr/>
            <p:nvPr/>
          </p:nvSpPr>
          <p:spPr>
            <a:xfrm>
              <a:off x="3915624" y="2608911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생성자</a:t>
              </a:r>
            </a:p>
          </p:txBody>
        </p:sp>
        <p:sp>
          <p:nvSpPr>
            <p:cNvPr id="22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4723300" y="1466959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2</a:t>
              </a:r>
              <a:endPara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6253697" y="1778248"/>
            <a:ext cx="1992040" cy="1689333"/>
            <a:chOff x="6055257" y="1466959"/>
            <a:chExt cx="1992040" cy="168933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5763533-E150-A71B-2DF3-18C674167189}"/>
                </a:ext>
              </a:extLst>
            </p:cNvPr>
            <p:cNvSpPr/>
            <p:nvPr/>
          </p:nvSpPr>
          <p:spPr>
            <a:xfrm>
              <a:off x="6055260" y="2059783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setCenter</a:t>
              </a:r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C278DEA-D941-5563-35FF-AC258F86CB22}"/>
                </a:ext>
              </a:extLst>
            </p:cNvPr>
            <p:cNvSpPr/>
            <p:nvPr/>
          </p:nvSpPr>
          <p:spPr>
            <a:xfrm>
              <a:off x="6055257" y="2608911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Textarea</a:t>
              </a:r>
              <a:endParaRPr lang="en-US" altLang="ko-KR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텍스트 </a:t>
              </a:r>
              <a:r>
                <a:rPr lang="ko-KR" altLang="en-US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출력창</a:t>
              </a:r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메서드</a:t>
              </a:r>
              <a:endParaRPr lang="en-US" altLang="ko-KR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3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6885773" y="1466959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3</a:t>
              </a:r>
              <a:endPara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4916411" y="4209942"/>
            <a:ext cx="1992040" cy="1679741"/>
            <a:chOff x="5099965" y="4209942"/>
            <a:chExt cx="1992040" cy="167974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50BA47F-4B41-8F2A-2BDF-5A90E29EF50E}"/>
                </a:ext>
              </a:extLst>
            </p:cNvPr>
            <p:cNvSpPr/>
            <p:nvPr/>
          </p:nvSpPr>
          <p:spPr>
            <a:xfrm>
              <a:off x="5099968" y="4794921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actionPerformed</a:t>
              </a:r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6188916-9395-355E-7C2F-C5F861A4C57E}"/>
                </a:ext>
              </a:extLst>
            </p:cNvPr>
            <p:cNvSpPr/>
            <p:nvPr/>
          </p:nvSpPr>
          <p:spPr>
            <a:xfrm>
              <a:off x="5099965" y="5342302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Button</a:t>
              </a:r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이벤트</a:t>
              </a:r>
            </a:p>
          </p:txBody>
        </p:sp>
        <p:sp>
          <p:nvSpPr>
            <p:cNvPr id="24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5907651" y="4209942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5</a:t>
              </a:r>
              <a:endPara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7716131" y="4204263"/>
            <a:ext cx="1992040" cy="1679741"/>
            <a:chOff x="8552128" y="4209942"/>
            <a:chExt cx="1992040" cy="1679741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B0E2690-A3C6-50D2-92FF-1AEA111873BF}"/>
                </a:ext>
              </a:extLst>
            </p:cNvPr>
            <p:cNvSpPr/>
            <p:nvPr/>
          </p:nvSpPr>
          <p:spPr>
            <a:xfrm>
              <a:off x="8552131" y="4792824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sendMessage</a:t>
              </a:r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5D1A60F-4E4A-34A0-B6D4-CC08598D6E43}"/>
                </a:ext>
              </a:extLst>
            </p:cNvPr>
            <p:cNvSpPr/>
            <p:nvPr/>
          </p:nvSpPr>
          <p:spPr>
            <a:xfrm>
              <a:off x="8552128" y="5342302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메시지 출력 메서드</a:t>
              </a:r>
              <a:endParaRPr lang="en-US" altLang="ko-KR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9382644" y="4209942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6</a:t>
              </a:r>
              <a:endPara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8999435" y="1781810"/>
            <a:ext cx="1992040" cy="1689333"/>
            <a:chOff x="8327302" y="1466959"/>
            <a:chExt cx="1992040" cy="168933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5763533-E150-A71B-2DF3-18C674167189}"/>
                </a:ext>
              </a:extLst>
            </p:cNvPr>
            <p:cNvSpPr/>
            <p:nvPr/>
          </p:nvSpPr>
          <p:spPr>
            <a:xfrm>
              <a:off x="8327305" y="2059783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setSouth</a:t>
              </a:r>
              <a:endParaRPr lang="ko-KR" altLang="en-US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C278DEA-D941-5563-35FF-AC258F86CB22}"/>
                </a:ext>
              </a:extLst>
            </p:cNvPr>
            <p:cNvSpPr/>
            <p:nvPr/>
          </p:nvSpPr>
          <p:spPr>
            <a:xfrm>
              <a:off x="8327302" y="2608911"/>
              <a:ext cx="1992037" cy="5473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Textfield</a:t>
              </a:r>
              <a:endParaRPr lang="en-US" altLang="ko-KR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텍스트 </a:t>
              </a:r>
              <a:r>
                <a:rPr lang="ko-KR" altLang="en-US" sz="1400" err="1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입력창</a:t>
              </a:r>
              <a:r>
                <a:rPr lang="ko-KR" altLang="en-US" sz="1400">
                  <a:solidFill>
                    <a:schemeClr val="tx1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메서드</a:t>
              </a:r>
              <a:endParaRPr lang="en-US" altLang="ko-KR" sz="14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8" name="제목 1">
              <a:extLst>
                <a:ext uri="{FF2B5EF4-FFF2-40B4-BE49-F238E27FC236}">
                  <a16:creationId xmlns:a16="http://schemas.microsoft.com/office/drawing/2014/main" id="{0F15DE4D-6439-7476-2129-C2465A8AF469}"/>
                </a:ext>
              </a:extLst>
            </p:cNvPr>
            <p:cNvSpPr txBox="1">
              <a:spLocks/>
            </p:cNvSpPr>
            <p:nvPr/>
          </p:nvSpPr>
          <p:spPr>
            <a:xfrm>
              <a:off x="9157818" y="1466959"/>
              <a:ext cx="376664" cy="622578"/>
            </a:xfrm>
            <a:prstGeom prst="rect">
              <a:avLst/>
            </a:prstGeom>
            <a:ln w="38100">
              <a:noFill/>
            </a:ln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110000"/>
                </a:lnSpc>
                <a:spcBef>
                  <a:spcPct val="0"/>
                </a:spcBef>
                <a:buNone/>
                <a:defRPr sz="4400" kern="1200" spc="9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ko-KR" sz="2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4</a:t>
              </a:r>
              <a:endParaRPr lang="ko-KR" altLang="en-US" sz="2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34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1319239" y="2123441"/>
            <a:ext cx="376664" cy="622578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endParaRPr lang="ko-KR" altLang="en-US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91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400B07-C6A5-104A-3B42-AB8D9041A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1965175"/>
            <a:ext cx="6185235" cy="360000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6410325" y="1960221"/>
            <a:ext cx="5781679" cy="4933725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en-US" altLang="ko-KR" sz="180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r>
              <a:rPr lang="en-US" altLang="ko-KR" sz="1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– </a:t>
            </a:r>
            <a:r>
              <a:rPr lang="ko-KR" altLang="en-US" sz="1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</a:t>
            </a:r>
            <a:endParaRPr lang="en-US" altLang="ko-KR" sz="18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342900" indent="-342900">
              <a:buAutoNum type="arabicParenR"/>
            </a:pPr>
            <a:endParaRPr lang="en-US" altLang="ko-KR" sz="18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SwingClientApp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클래스는 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JFrame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상속받음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ActionListener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인터페이스이기 때문에 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SwingClientApp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클래스를 통해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구현해줌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버튼관련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Jpanel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JTextField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 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JTextArea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부착 될 패널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JTextField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출력창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채팅내용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Jbutton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메시지 전송 버튼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JTextArea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입력내용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JScrollPane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스크롤의 통로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JScrollBar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스크롤의 막대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ko-KR" altLang="en-US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코드 서술</a:t>
            </a:r>
          </a:p>
        </p:txBody>
      </p:sp>
    </p:spTree>
    <p:extLst>
      <p:ext uri="{BB962C8B-B14F-4D97-AF65-F5344CB8AC3E}">
        <p14:creationId xmlns:p14="http://schemas.microsoft.com/office/powerpoint/2010/main" val="6144144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04F50A-4ED4-ABA7-33F9-87E2734F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" y="2169000"/>
            <a:ext cx="6724883" cy="2520000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6765224" y="1761251"/>
            <a:ext cx="5467120" cy="5096749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2) </a:t>
            </a:r>
            <a:r>
              <a:rPr lang="en-US" altLang="ko-KR" sz="180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r>
              <a:rPr lang="en-US" altLang="ko-KR" sz="18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– </a:t>
            </a:r>
            <a:r>
              <a:rPr lang="ko-KR" altLang="en-US" sz="180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생성자</a:t>
            </a:r>
            <a:endParaRPr lang="en-US" altLang="ko-KR" sz="18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setTitle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채팅창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타이틀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setDefaultCloseOperation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JFrame.EXIT_ON_CLOSE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채팅창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종료 시 프로그램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콘솔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완전 종료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setLocation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화면상의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채팅창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생성위치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좌표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setSize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채팅창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사이즈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setLayout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(new 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BorderLayout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());</a:t>
            </a:r>
          </a:p>
          <a:p>
            <a:pPr marL="0" indent="0">
              <a:buNone/>
            </a:pP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레이아웃을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보더레이아웃으로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고정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setCenter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(), </a:t>
            </a:r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setSouth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 :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메서드호출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setVisible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(true) 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보여주는 식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textField.requestFocus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 </a:t>
            </a:r>
          </a:p>
          <a:p>
            <a:pPr marL="0" indent="0">
              <a:buNone/>
            </a:pP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커서가 </a:t>
            </a:r>
            <a:r>
              <a:rPr lang="ko-KR" altLang="en-US" sz="1600" err="1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입력창에</a:t>
            </a:r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위치</a:t>
            </a:r>
            <a:endParaRPr lang="en-US" altLang="ko-KR" sz="1600">
              <a:solidFill>
                <a:srgbClr val="24292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ko-KR" altLang="en-US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73043" y="5392024"/>
            <a:ext cx="6059480" cy="745934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레이아웃 </a:t>
            </a:r>
            <a:r>
              <a:rPr lang="en-US" altLang="ko-KR" sz="1600">
                <a:solidFill>
                  <a:srgbClr val="24292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레이아웃이 알아서 창의 위치를 배치해주고 관리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코드 서술</a:t>
            </a:r>
          </a:p>
        </p:txBody>
      </p:sp>
    </p:spTree>
    <p:extLst>
      <p:ext uri="{BB962C8B-B14F-4D97-AF65-F5344CB8AC3E}">
        <p14:creationId xmlns:p14="http://schemas.microsoft.com/office/powerpoint/2010/main" val="40603820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8FBFE8-A9ED-E82E-BFA6-600C86D28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897940"/>
            <a:ext cx="6162446" cy="3600000"/>
          </a:xfrm>
          <a:prstGeom prst="rect">
            <a:avLst/>
          </a:prstGeom>
        </p:spPr>
      </p:pic>
      <p:sp>
        <p:nvSpPr>
          <p:cNvPr id="8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6258158" y="1871292"/>
            <a:ext cx="5933846" cy="5096749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3) </a:t>
            </a:r>
            <a:r>
              <a:rPr lang="en-US" altLang="ko-KR" sz="1800" b="1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setCenter</a:t>
            </a: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- </a:t>
            </a:r>
            <a:r>
              <a:rPr lang="ko-KR" altLang="en-US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텍스트 </a:t>
            </a:r>
            <a:r>
              <a:rPr lang="ko-KR" altLang="en-US" sz="1800" b="1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출력창</a:t>
            </a:r>
            <a:r>
              <a:rPr lang="ko-KR" altLang="en-US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메서드</a:t>
            </a:r>
            <a:endParaRPr lang="en-US" altLang="ko-KR" sz="1800" b="1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센터패널선언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센터패널배경 블루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센터패널레이아웃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보더레이아웃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텍스트에어리어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선언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줄바꿈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출력란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수정금지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스크롤 호출 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수직스크롤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O,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수평스크롤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X)</a:t>
            </a:r>
          </a:p>
          <a:p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스크롤바와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채팅이 같이 내려옴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센터패널에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스크롤호출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내용 적용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센터패널에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보더레이아웃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중앙정렬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추가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ko-KR" altLang="en-US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코드 서술</a:t>
            </a:r>
          </a:p>
        </p:txBody>
      </p:sp>
    </p:spTree>
    <p:extLst>
      <p:ext uri="{BB962C8B-B14F-4D97-AF65-F5344CB8AC3E}">
        <p14:creationId xmlns:p14="http://schemas.microsoft.com/office/powerpoint/2010/main" val="15893174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C1B115-2D31-0A4A-ECBE-EBDDD9C9C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809000"/>
            <a:ext cx="6204906" cy="324000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6258154" y="1774945"/>
            <a:ext cx="5933846" cy="5096749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4) </a:t>
            </a:r>
            <a:r>
              <a:rPr lang="en-US" altLang="ko-KR" sz="1800" b="1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setSouth</a:t>
            </a: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- </a:t>
            </a:r>
            <a:r>
              <a:rPr lang="ko-KR" altLang="en-US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텍스트 </a:t>
            </a:r>
            <a:r>
              <a:rPr lang="ko-KR" altLang="en-US" sz="1800" b="1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입력창</a:t>
            </a:r>
            <a:r>
              <a:rPr lang="ko-KR" altLang="en-US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메서드</a:t>
            </a:r>
            <a:endParaRPr lang="en-US" altLang="ko-KR" sz="1800" b="1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입력창패널선언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텍스트필드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선언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텍스트필드에 액션이 주어지면</a:t>
            </a:r>
            <a:r>
              <a:rPr lang="en-US" altLang="ko-KR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(Enter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클릭</a:t>
            </a:r>
            <a:r>
              <a:rPr lang="en-US" altLang="ko-KR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실행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입력창패널에 </a:t>
            </a:r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텍스트필드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내용 추가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버튼선언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버튼에 액션이 주어지면</a:t>
            </a:r>
            <a:r>
              <a:rPr lang="en-US" altLang="ko-KR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버튼클릭</a:t>
            </a:r>
            <a:r>
              <a:rPr lang="en-US" altLang="ko-KR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실행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버튼에 이벤트를 달기 위해선 </a:t>
            </a:r>
            <a:r>
              <a:rPr lang="en-US" altLang="ko-KR" sz="1400" err="1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addActionListener</a:t>
            </a:r>
            <a:r>
              <a:rPr lang="ko-KR" altLang="en-US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사용함</a:t>
            </a:r>
            <a:endParaRPr lang="en-US" altLang="ko-KR" sz="140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400" err="1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addActionListener</a:t>
            </a:r>
            <a:r>
              <a:rPr lang="en-US" altLang="ko-KR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은 매개변수로 </a:t>
            </a:r>
            <a:r>
              <a:rPr lang="en-US" altLang="ko-KR" sz="1400" err="1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ActionListener</a:t>
            </a:r>
            <a:r>
              <a:rPr lang="en-US" altLang="ko-KR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가짐</a:t>
            </a:r>
            <a:endParaRPr lang="en-US" altLang="ko-KR" sz="1400">
              <a:solidFill>
                <a:srgbClr val="FF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400" err="1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ActionListener</a:t>
            </a:r>
            <a:r>
              <a:rPr lang="en-US" altLang="ko-KR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인터페이스이기 때문에 반드시 구현체가 필요</a:t>
            </a:r>
            <a:r>
              <a:rPr lang="en-US" altLang="ko-KR" sz="1400">
                <a:solidFill>
                  <a:srgbClr val="FF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입력창패널에 </a:t>
            </a:r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버튼내용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추가</a:t>
            </a:r>
            <a:endParaRPr lang="en-US" altLang="ko-KR" sz="1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입력창패널에 </a:t>
            </a:r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보더레이아웃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4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아래정렬</a:t>
            </a:r>
            <a:r>
              <a: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추가</a:t>
            </a:r>
            <a:endParaRPr lang="ko-KR" altLang="en-US" sz="240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코드 서술</a:t>
            </a:r>
          </a:p>
        </p:txBody>
      </p:sp>
    </p:spTree>
    <p:extLst>
      <p:ext uri="{BB962C8B-B14F-4D97-AF65-F5344CB8AC3E}">
        <p14:creationId xmlns:p14="http://schemas.microsoft.com/office/powerpoint/2010/main" val="8893838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8491F0-B87A-054D-7B10-4AC30990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2709000"/>
            <a:ext cx="5774118" cy="1440000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6258154" y="2420718"/>
            <a:ext cx="5933846" cy="2500906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5) </a:t>
            </a:r>
            <a:r>
              <a:rPr lang="en-US" altLang="ko-KR" sz="1800" b="1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actionPerformed</a:t>
            </a: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- Button </a:t>
            </a:r>
            <a:r>
              <a:rPr lang="ko-KR" altLang="en-US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이벤트</a:t>
            </a:r>
            <a:endParaRPr lang="en-US" altLang="ko-KR" sz="1800" b="1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Object </a:t>
            </a:r>
            <a:r>
              <a:rPr lang="en-US" altLang="ko-KR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obj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= </a:t>
            </a:r>
            <a:r>
              <a:rPr lang="en-US" altLang="ko-KR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e.getSource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 발생원으로 부터 소스를 가져옴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If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 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이벤트가 버튼을 누른다면 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or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엔터를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누른다면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	</a:t>
            </a:r>
            <a:r>
              <a:rPr lang="en-US" altLang="ko-KR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sendMessage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실행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ko-KR" altLang="en-US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코드 서술</a:t>
            </a:r>
          </a:p>
        </p:txBody>
      </p:sp>
    </p:spTree>
    <p:extLst>
      <p:ext uri="{BB962C8B-B14F-4D97-AF65-F5344CB8AC3E}">
        <p14:creationId xmlns:p14="http://schemas.microsoft.com/office/powerpoint/2010/main" val="19862860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71B751-121F-AEB5-70A3-7117E3478E4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0E8476-3BE3-3B40-FEE5-2F0B43093017}"/>
              </a:ext>
            </a:extLst>
          </p:cNvPr>
          <p:cNvSpPr txBox="1"/>
          <p:nvPr/>
        </p:nvSpPr>
        <p:spPr>
          <a:xfrm>
            <a:off x="749417" y="604202"/>
            <a:ext cx="10693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코드 소개 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– </a:t>
            </a:r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SwingClientApp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CAFCF0-63D8-91A8-7D52-EA50ACF5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903129"/>
            <a:ext cx="6116211" cy="3240000"/>
          </a:xfrm>
          <a:prstGeom prst="rect">
            <a:avLst/>
          </a:prstGeom>
        </p:spPr>
      </p:pic>
      <p:sp>
        <p:nvSpPr>
          <p:cNvPr id="8" name="부제목 2">
            <a:extLst>
              <a:ext uri="{FF2B5EF4-FFF2-40B4-BE49-F238E27FC236}">
                <a16:creationId xmlns:a16="http://schemas.microsoft.com/office/drawing/2014/main" id="{A8E6C0A9-8ACE-CA20-A318-4708C055E062}"/>
              </a:ext>
            </a:extLst>
          </p:cNvPr>
          <p:cNvSpPr txBox="1">
            <a:spLocks/>
          </p:cNvSpPr>
          <p:nvPr/>
        </p:nvSpPr>
        <p:spPr>
          <a:xfrm>
            <a:off x="6258158" y="1788392"/>
            <a:ext cx="5933846" cy="5096749"/>
          </a:xfrm>
          <a:prstGeom prst="rect">
            <a:avLst/>
          </a:prstGeom>
          <a:ln w="38100"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6) </a:t>
            </a:r>
            <a:r>
              <a:rPr lang="en-US" altLang="ko-KR" sz="1800" b="1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sendMessage</a:t>
            </a:r>
            <a:r>
              <a:rPr lang="en-US" altLang="ko-KR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– </a:t>
            </a:r>
            <a:r>
              <a:rPr lang="ko-KR" altLang="en-US" sz="1800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메시지 출력 메서드</a:t>
            </a:r>
            <a:endParaRPr lang="en-US" altLang="ko-KR" sz="1800" b="1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content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선언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If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 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만약 텍스트필드가 공백이 아니라면</a:t>
            </a: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메시지 전송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textField.setText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기존 텍스트필드를 지우고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공란입력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textField.requestFocusInWindow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r>
              <a:rPr lang="en-US" altLang="ko-KR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커서가 </a:t>
            </a:r>
            <a:r>
              <a:rPr lang="ko-KR" altLang="en-US" sz="160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입력창에</a:t>
            </a:r>
            <a:r>
              <a:rPr lang="ko-KR" altLang="en-US" sz="16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위치</a:t>
            </a: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0" indent="0">
              <a:buNone/>
            </a:pPr>
            <a:endParaRPr lang="en-US" altLang="ko-KR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457200" indent="-457200">
              <a:buFont typeface="+mj-lt"/>
              <a:buAutoNum type="arabicParenR"/>
            </a:pPr>
            <a:endParaRPr lang="ko-KR" altLang="en-US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F15DE4D-6439-7476-2129-C2465A8AF469}"/>
              </a:ext>
            </a:extLst>
          </p:cNvPr>
          <p:cNvSpPr txBox="1">
            <a:spLocks/>
          </p:cNvSpPr>
          <p:nvPr/>
        </p:nvSpPr>
        <p:spPr>
          <a:xfrm>
            <a:off x="399525" y="1321085"/>
            <a:ext cx="3341472" cy="639136"/>
          </a:xfrm>
          <a:prstGeom prst="rect">
            <a:avLst/>
          </a:prstGeom>
          <a:ln w="38100">
            <a:noFill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400" kern="1200" spc="9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200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 코드 서술</a:t>
            </a:r>
          </a:p>
        </p:txBody>
      </p:sp>
    </p:spTree>
    <p:extLst>
      <p:ext uri="{BB962C8B-B14F-4D97-AF65-F5344CB8AC3E}">
        <p14:creationId xmlns:p14="http://schemas.microsoft.com/office/powerpoint/2010/main" val="800702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2BF0F8-FE01-A584-8194-D7665DF3BD9A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B90D5-1275-FE27-D8CA-B00D5DAB0172}"/>
              </a:ext>
            </a:extLst>
          </p:cNvPr>
          <p:cNvSpPr/>
          <p:nvPr/>
        </p:nvSpPr>
        <p:spPr>
          <a:xfrm>
            <a:off x="0" y="2369006"/>
            <a:ext cx="12192000" cy="21199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E9A4E7-01F5-7886-9612-024CF07A8E14}"/>
              </a:ext>
            </a:extLst>
          </p:cNvPr>
          <p:cNvSpPr txBox="1"/>
          <p:nvPr/>
        </p:nvSpPr>
        <p:spPr>
          <a:xfrm>
            <a:off x="2976070" y="2851508"/>
            <a:ext cx="62398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클라이언트 명령어 기능</a:t>
            </a:r>
            <a:endParaRPr lang="en-US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lang="en-US" altLang="ko-KR" sz="4000" b="0" i="0" u="none" strike="noStrike" err="1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System.exit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함수 </a:t>
            </a:r>
            <a:r>
              <a:rPr lang="en-US" altLang="ko-KR" sz="4000" b="0" i="0" u="none" strike="noStrike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endParaRPr lang="ko-KR" altLang="ko-KR" sz="4000" b="0" i="0" u="none" strike="noStrike">
              <a:effectLst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0" marR="0" indent="0" rtl="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ko-KR" sz="4000" b="0" i="0" u="none" strike="noStrike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834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EEA891-DF50-32CA-F4A6-B08AF4BEC259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81ED9ED-2CAF-2F42-2A9C-FAB3BB528C4A}"/>
              </a:ext>
            </a:extLst>
          </p:cNvPr>
          <p:cNvSpPr txBox="1"/>
          <p:nvPr/>
        </p:nvSpPr>
        <p:spPr>
          <a:xfrm>
            <a:off x="-648933" y="852870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err="1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System.exit</a:t>
            </a:r>
            <a:r>
              <a:rPr lang="en-US" altLang="ko-KR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lang="ko-KR" altLang="en-US" sz="5000">
              <a:solidFill>
                <a:srgbClr val="E4650E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47C733-A188-5B0A-A743-79029BE5A56A}"/>
              </a:ext>
            </a:extLst>
          </p:cNvPr>
          <p:cNvSpPr txBox="1"/>
          <p:nvPr/>
        </p:nvSpPr>
        <p:spPr>
          <a:xfrm>
            <a:off x="93474" y="483538"/>
            <a:ext cx="6076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명령어를 사용한 프로그램 종료 </a:t>
            </a:r>
            <a:r>
              <a:rPr lang="en-US" altLang="ko-KR" sz="1400"/>
              <a:t>(</a:t>
            </a:r>
            <a:r>
              <a:rPr lang="en-US" altLang="ko-KR" sz="1400" err="1"/>
              <a:t>System.exit</a:t>
            </a:r>
            <a:r>
              <a:rPr lang="en-US" altLang="ko-KR" sz="1400"/>
              <a:t> </a:t>
            </a:r>
            <a:r>
              <a:rPr lang="ko-KR" altLang="en-US" sz="1400"/>
              <a:t>함수 활용</a:t>
            </a:r>
            <a:r>
              <a:rPr lang="en-US" altLang="ko-KR" sz="1400"/>
              <a:t>)</a:t>
            </a:r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3B48BD0-8933-BC18-74B7-B8907042B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37" y="1849456"/>
            <a:ext cx="5801535" cy="45250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DF11900-72CF-3A98-4AA1-0C6E49601D75}"/>
              </a:ext>
            </a:extLst>
          </p:cNvPr>
          <p:cNvSpPr txBox="1"/>
          <p:nvPr/>
        </p:nvSpPr>
        <p:spPr>
          <a:xfrm>
            <a:off x="6389138" y="2512482"/>
            <a:ext cx="54387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b="1" err="1">
                <a:ea typeface="Noto Sans CJK KR Bold" panose="020B0800000000000000"/>
              </a:rPr>
              <a:t>sendMessage</a:t>
            </a:r>
            <a:r>
              <a:rPr lang="en-US" altLang="ko-KR" sz="1400" b="1">
                <a:ea typeface="Noto Sans CJK KR Bold" panose="020B0800000000000000"/>
              </a:rPr>
              <a:t>() </a:t>
            </a:r>
            <a:r>
              <a:rPr lang="ko-KR" altLang="en-US" sz="1400" b="1">
                <a:ea typeface="Noto Sans CJK KR Bold" panose="020B0800000000000000"/>
              </a:rPr>
              <a:t>함수는 채팅 클라이언트에서 사용자가 입력 한 메시지를 서버로 전송해주는 함수입니다</a:t>
            </a:r>
            <a:r>
              <a:rPr lang="en-US" altLang="ko-KR" sz="1400" b="1">
                <a:ea typeface="Noto Sans CJK KR Bold" panose="020B0800000000000000"/>
              </a:rPr>
              <a:t>. </a:t>
            </a:r>
          </a:p>
          <a:p>
            <a:pPr algn="l"/>
            <a:endParaRPr lang="en-US" altLang="ko-KR" sz="1400" b="1">
              <a:ea typeface="Noto Sans CJK KR Bold" panose="020B0800000000000000"/>
            </a:endParaRPr>
          </a:p>
          <a:p>
            <a:pPr algn="l"/>
            <a:r>
              <a:rPr lang="en-US" altLang="ko-KR" sz="1400" b="1" err="1">
                <a:ea typeface="Noto Sans CJK KR Bold" panose="020B0800000000000000"/>
              </a:rPr>
              <a:t>System.exit</a:t>
            </a:r>
            <a:r>
              <a:rPr lang="en-US" altLang="ko-KR" sz="1400" b="1">
                <a:ea typeface="Noto Sans CJK KR Bold" panose="020B0800000000000000"/>
              </a:rPr>
              <a:t>(0) </a:t>
            </a:r>
            <a:r>
              <a:rPr lang="ko-KR" altLang="en-US" sz="1400" b="1">
                <a:ea typeface="Noto Sans CJK KR Bold" panose="020B0800000000000000"/>
              </a:rPr>
              <a:t>은 자바 프로그램을 종료하기 위해 만들어진 함수입니다</a:t>
            </a:r>
            <a:r>
              <a:rPr lang="en-US" altLang="ko-KR" sz="1400" b="1">
                <a:ea typeface="Noto Sans CJK KR Bold" panose="020B0800000000000000"/>
              </a:rPr>
              <a:t>.</a:t>
            </a:r>
          </a:p>
          <a:p>
            <a:pPr algn="l"/>
            <a:endParaRPr lang="en-US" altLang="ko-KR" sz="1400" b="1">
              <a:ea typeface="Noto Sans CJK KR Bold" panose="020B0800000000000000"/>
            </a:endParaRPr>
          </a:p>
          <a:p>
            <a:pPr algn="l"/>
            <a:r>
              <a:rPr lang="ko-KR" altLang="en-US" sz="1400" b="1">
                <a:ea typeface="Noto Sans CJK KR Bold" panose="020B0800000000000000"/>
              </a:rPr>
              <a:t>위 코드에서 변수에 </a:t>
            </a:r>
            <a:r>
              <a:rPr lang="en-US" altLang="ko-KR" sz="1400" b="1" err="1">
                <a:ea typeface="Noto Sans CJK KR Bold" panose="020B0800000000000000"/>
              </a:rPr>
              <a:t>texrField</a:t>
            </a:r>
            <a:r>
              <a:rPr lang="ko-KR" altLang="en-US" sz="1400" b="1">
                <a:ea typeface="Noto Sans CJK KR Bold" panose="020B0800000000000000"/>
              </a:rPr>
              <a:t>에 작성된 메시지를 저장하게 됩니다</a:t>
            </a:r>
            <a:endParaRPr lang="en-US" altLang="ko-KR" sz="1400" b="1">
              <a:ea typeface="Noto Sans CJK KR Bold" panose="020B0800000000000000"/>
            </a:endParaRPr>
          </a:p>
          <a:p>
            <a:r>
              <a:rPr lang="ko-KR" altLang="en-US" sz="1400" b="1">
                <a:ea typeface="Noto Sans CJK KR Bold" panose="020B0800000000000000"/>
              </a:rPr>
              <a:t>만약 </a:t>
            </a:r>
            <a:r>
              <a:rPr lang="en-US" altLang="ko-KR" sz="1400" b="1">
                <a:ea typeface="Noto Sans CJK KR Bold" panose="020B0800000000000000"/>
              </a:rPr>
              <a:t>Content</a:t>
            </a:r>
            <a:r>
              <a:rPr lang="ko-KR" altLang="en-US" sz="1400" b="1">
                <a:ea typeface="Noto Sans CJK KR Bold" panose="020B0800000000000000"/>
              </a:rPr>
              <a:t>의 </a:t>
            </a:r>
            <a:r>
              <a:rPr lang="ko-KR" altLang="en-US" sz="1400" b="1" err="1">
                <a:ea typeface="Noto Sans CJK KR Bold" panose="020B0800000000000000"/>
              </a:rPr>
              <a:t>입력값이</a:t>
            </a:r>
            <a:r>
              <a:rPr lang="ko-KR" altLang="en-US" sz="1400" b="1">
                <a:ea typeface="Noto Sans CJK KR Bold" panose="020B0800000000000000"/>
              </a:rPr>
              <a:t> </a:t>
            </a:r>
            <a:r>
              <a:rPr lang="en-US" altLang="ko-KR" sz="1400" b="1">
                <a:ea typeface="Noto Sans CJK KR Bold" panose="020B0800000000000000"/>
              </a:rPr>
              <a:t>“/ </a:t>
            </a:r>
            <a:r>
              <a:rPr lang="ko-KR" altLang="en-US" sz="1400" b="1">
                <a:ea typeface="Noto Sans CJK KR Bold" panose="020B0800000000000000"/>
              </a:rPr>
              <a:t>종료</a:t>
            </a:r>
            <a:r>
              <a:rPr lang="en-US" altLang="ko-KR" sz="1400" b="1">
                <a:ea typeface="Noto Sans CJK KR Bold" panose="020B0800000000000000"/>
              </a:rPr>
              <a:t>” </a:t>
            </a:r>
            <a:r>
              <a:rPr lang="ko-KR" altLang="en-US" sz="1400" b="1">
                <a:ea typeface="Noto Sans CJK KR Bold" panose="020B0800000000000000"/>
              </a:rPr>
              <a:t>로 입력이 된다면</a:t>
            </a:r>
            <a:r>
              <a:rPr lang="en-US" altLang="ko-KR" sz="1400" b="1">
                <a:ea typeface="Noto Sans CJK KR Bold" panose="020B0800000000000000"/>
              </a:rPr>
              <a:t>, </a:t>
            </a:r>
            <a:r>
              <a:rPr lang="en-US" altLang="ko-KR" sz="1400" b="1" err="1">
                <a:ea typeface="Noto Sans CJK KR Bold" panose="020B0800000000000000"/>
              </a:rPr>
              <a:t>textArea</a:t>
            </a:r>
            <a:r>
              <a:rPr lang="ko-KR" altLang="en-US" sz="1400" b="1">
                <a:ea typeface="Noto Sans CJK KR Bold" panose="020B0800000000000000"/>
              </a:rPr>
              <a:t>에 </a:t>
            </a:r>
            <a:r>
              <a:rPr lang="en-US" altLang="ko-KR" sz="1400" b="1">
                <a:ea typeface="Noto Sans CJK KR Bold" panose="020B0800000000000000"/>
              </a:rPr>
              <a:t>“/</a:t>
            </a:r>
            <a:r>
              <a:rPr lang="ko-KR" altLang="en-US" sz="1400" b="1">
                <a:ea typeface="Noto Sans CJK KR Bold" panose="020B0800000000000000"/>
              </a:rPr>
              <a:t>종료</a:t>
            </a:r>
            <a:r>
              <a:rPr lang="en-US" altLang="ko-KR" sz="1400" b="1">
                <a:ea typeface="Noto Sans CJK KR Bold" panose="020B0800000000000000"/>
              </a:rPr>
              <a:t>”</a:t>
            </a:r>
          </a:p>
          <a:p>
            <a:r>
              <a:rPr lang="ko-KR" altLang="en-US" sz="1400" b="1">
                <a:ea typeface="Noto Sans CJK KR Bold" panose="020B0800000000000000"/>
              </a:rPr>
              <a:t>라는 메시지를 출력하고 </a:t>
            </a:r>
            <a:r>
              <a:rPr lang="en-US" altLang="ko-KR" sz="1400" b="1">
                <a:ea typeface="Noto Sans CJK KR Bold" panose="020B0800000000000000"/>
              </a:rPr>
              <a:t>, </a:t>
            </a:r>
            <a:r>
              <a:rPr lang="en-US" altLang="ko-KR" sz="1400" b="1" err="1">
                <a:ea typeface="Noto Sans CJK KR Bold" panose="020B0800000000000000"/>
              </a:rPr>
              <a:t>socke</a:t>
            </a:r>
            <a:r>
              <a:rPr lang="ko-KR" altLang="en-US" sz="1400" b="1">
                <a:ea typeface="Noto Sans CJK KR Bold" panose="020B0800000000000000"/>
              </a:rPr>
              <a:t>과 </a:t>
            </a:r>
            <a:r>
              <a:rPr lang="en-US" altLang="ko-KR" sz="1400" b="1">
                <a:ea typeface="Noto Sans CJK KR Bold" panose="020B0800000000000000"/>
              </a:rPr>
              <a:t>stream</a:t>
            </a:r>
            <a:r>
              <a:rPr lang="ko-KR" altLang="en-US" sz="1400" b="1">
                <a:ea typeface="Noto Sans CJK KR Bold" panose="020B0800000000000000"/>
              </a:rPr>
              <a:t>을 닫은 후 </a:t>
            </a:r>
            <a:r>
              <a:rPr lang="en-US" altLang="ko-KR" sz="1400" b="1" err="1">
                <a:ea typeface="Noto Sans CJK KR Bold" panose="020B0800000000000000"/>
              </a:rPr>
              <a:t>System.exit</a:t>
            </a:r>
            <a:r>
              <a:rPr lang="en-US" altLang="ko-KR" sz="1400" b="1">
                <a:ea typeface="Noto Sans CJK KR Bold" panose="020B0800000000000000"/>
              </a:rPr>
              <a:t>(0) </a:t>
            </a:r>
            <a:r>
              <a:rPr lang="ko-KR" altLang="en-US" sz="1400" b="1">
                <a:ea typeface="Noto Sans CJK KR Bold" panose="020B0800000000000000"/>
              </a:rPr>
              <a:t>을 호출하여 자바 가상 머신 </a:t>
            </a:r>
            <a:r>
              <a:rPr lang="en-US" altLang="ko-KR" sz="1400" b="1">
                <a:ea typeface="Noto Sans CJK KR Bold" panose="020B0800000000000000"/>
              </a:rPr>
              <a:t>(JVM)</a:t>
            </a:r>
            <a:r>
              <a:rPr lang="ko-KR" altLang="en-US" sz="1400" b="1">
                <a:ea typeface="Noto Sans CJK KR Bold" panose="020B0800000000000000"/>
              </a:rPr>
              <a:t>을 종료하게 됩니다</a:t>
            </a:r>
          </a:p>
        </p:txBody>
      </p:sp>
    </p:spTree>
    <p:extLst>
      <p:ext uri="{BB962C8B-B14F-4D97-AF65-F5344CB8AC3E}">
        <p14:creationId xmlns:p14="http://schemas.microsoft.com/office/powerpoint/2010/main" val="6628138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48D9FD-151A-BAB1-1151-AEEE72402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534235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00465B7-C657-CFA7-CFB5-ADC2EB90AC54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보완 필요 사항</a:t>
            </a:r>
          </a:p>
        </p:txBody>
      </p:sp>
      <p:pic>
        <p:nvPicPr>
          <p:cNvPr id="3074" name="Picture 2" descr="Leader - Free user icons">
            <a:extLst>
              <a:ext uri="{FF2B5EF4-FFF2-40B4-BE49-F238E27FC236}">
                <a16:creationId xmlns:a16="http://schemas.microsoft.com/office/drawing/2014/main" id="{F0110772-FB66-BC66-5D60-BE87ECA84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573" y="1930167"/>
            <a:ext cx="1777767" cy="177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21DD5E-5C7A-6111-4FD4-8BD3089FE698}"/>
              </a:ext>
            </a:extLst>
          </p:cNvPr>
          <p:cNvSpPr txBox="1"/>
          <p:nvPr/>
        </p:nvSpPr>
        <p:spPr>
          <a:xfrm>
            <a:off x="3310387" y="1767980"/>
            <a:ext cx="2968072" cy="18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김수영</a:t>
            </a: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클라이언트 연결 중단 시</a:t>
            </a:r>
            <a:b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</a:br>
            <a:r>
              <a:rPr lang="en-US" altLang="ko-KR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SocketException</a:t>
            </a:r>
            <a:endParaRPr lang="en-US" altLang="ko-KR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예외 처리 보완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3076" name="Picture 4" descr="Girl - Free social icons">
            <a:extLst>
              <a:ext uri="{FF2B5EF4-FFF2-40B4-BE49-F238E27FC236}">
                <a16:creationId xmlns:a16="http://schemas.microsoft.com/office/drawing/2014/main" id="{543FA689-82FD-EEEF-ADD5-1B16EFBB0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935" y="1841886"/>
            <a:ext cx="1810284" cy="181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33F9A7-D069-85EA-A34F-93C59D718D82}"/>
              </a:ext>
            </a:extLst>
          </p:cNvPr>
          <p:cNvSpPr txBox="1"/>
          <p:nvPr/>
        </p:nvSpPr>
        <p:spPr>
          <a:xfrm>
            <a:off x="8488219" y="1767980"/>
            <a:ext cx="2968072" cy="143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박지은</a:t>
            </a: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대화 내용에 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(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콤마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)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있는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경우의 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CSV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파일 오류 처리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3078" name="Picture 6" descr="Man - Free people icons">
            <a:extLst>
              <a:ext uri="{FF2B5EF4-FFF2-40B4-BE49-F238E27FC236}">
                <a16:creationId xmlns:a16="http://schemas.microsoft.com/office/drawing/2014/main" id="{051A343D-4F16-734D-510E-E6E766557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710" y="4093998"/>
            <a:ext cx="1902204" cy="190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35996-DC0F-6CAE-28C2-AE63CE36D0F7}"/>
              </a:ext>
            </a:extLst>
          </p:cNvPr>
          <p:cNvSpPr txBox="1"/>
          <p:nvPr/>
        </p:nvSpPr>
        <p:spPr>
          <a:xfrm>
            <a:off x="3310387" y="4093998"/>
            <a:ext cx="2968072" cy="143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이수진</a:t>
            </a:r>
          </a:p>
          <a:p>
            <a:pPr algn="ctr">
              <a:lnSpc>
                <a:spcPct val="150000"/>
              </a:lnSpc>
            </a:pP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내가 보낸 채팅은 오른쪽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정렬하여 표시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pic>
        <p:nvPicPr>
          <p:cNvPr id="3080" name="Picture 8" descr="Person male shape - Free people icons">
            <a:extLst>
              <a:ext uri="{FF2B5EF4-FFF2-40B4-BE49-F238E27FC236}">
                <a16:creationId xmlns:a16="http://schemas.microsoft.com/office/drawing/2014/main" id="{4B550512-DED8-2C14-AA6E-2A38FEB98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935" y="4092015"/>
            <a:ext cx="1902204" cy="190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607D6D-5C96-38CE-4BBB-165AAA869613}"/>
              </a:ext>
            </a:extLst>
          </p:cNvPr>
          <p:cNvSpPr txBox="1"/>
          <p:nvPr/>
        </p:nvSpPr>
        <p:spPr>
          <a:xfrm>
            <a:off x="8532833" y="4093998"/>
            <a:ext cx="2968072" cy="1433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>
                <a:solidFill>
                  <a:srgbClr val="E4650E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황태윤</a:t>
            </a:r>
          </a:p>
          <a:p>
            <a:pPr algn="ctr">
              <a:lnSpc>
                <a:spcPct val="150000"/>
              </a:lnSpc>
            </a:pP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“/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종료</a:t>
            </a:r>
            <a:r>
              <a:rPr lang="en-US" altLang="ko-KR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” </a:t>
            </a:r>
            <a:r>
              <a:rPr lang="ko-KR" altLang="en-US" sz="1800">
                <a:solidFill>
                  <a:schemeClr val="tx1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외 명령어 기능 추가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(</a:t>
            </a: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예</a:t>
            </a: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) /</a:t>
            </a: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숨김</a:t>
            </a: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/</a:t>
            </a: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이모티콘</a:t>
            </a:r>
            <a:r>
              <a:rPr lang="en-US" altLang="ko-KR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/</a:t>
            </a:r>
            <a:r>
              <a:rPr lang="ko-KR" altLang="en-US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추방</a:t>
            </a:r>
            <a:endParaRPr lang="en-US" altLang="ko-KR" sz="1800">
              <a:solidFill>
                <a:schemeClr val="tx1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3783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8AD74A-312B-E41A-DA2E-3FC75B88F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338433"/>
              </p:ext>
            </p:extLst>
          </p:nvPr>
        </p:nvGraphicFramePr>
        <p:xfrm>
          <a:off x="0" y="0"/>
          <a:ext cx="1219200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2897943366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3476757448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209365926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447057663"/>
                    </a:ext>
                  </a:extLst>
                </a:gridCol>
              </a:tblGrid>
              <a:tr h="24328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65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19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8A96C1-476B-574C-3A34-709FFB1C24E9}"/>
              </a:ext>
            </a:extLst>
          </p:cNvPr>
          <p:cNvSpPr txBox="1"/>
          <p:nvPr/>
        </p:nvSpPr>
        <p:spPr>
          <a:xfrm>
            <a:off x="2974827" y="604202"/>
            <a:ext cx="62423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>
                <a:solidFill>
                  <a:srgbClr val="E4650E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돌아보며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2E29626-1FA4-35F3-56EE-6EC3E8F33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193883"/>
              </p:ext>
            </p:extLst>
          </p:nvPr>
        </p:nvGraphicFramePr>
        <p:xfrm>
          <a:off x="520118" y="1568740"/>
          <a:ext cx="1084696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353">
                  <a:extLst>
                    <a:ext uri="{9D8B030D-6E8A-4147-A177-3AD203B41FA5}">
                      <a16:colId xmlns:a16="http://schemas.microsoft.com/office/drawing/2014/main" val="3792687055"/>
                    </a:ext>
                  </a:extLst>
                </a:gridCol>
                <a:gridCol w="9135611">
                  <a:extLst>
                    <a:ext uri="{9D8B030D-6E8A-4147-A177-3AD203B41FA5}">
                      <a16:colId xmlns:a16="http://schemas.microsoft.com/office/drawing/2014/main" val="2550768480"/>
                    </a:ext>
                  </a:extLst>
                </a:gridCol>
              </a:tblGrid>
              <a:tr h="9563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rgbClr val="E4650E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김수영</a:t>
                      </a:r>
                    </a:p>
                  </a:txBody>
                  <a:tcPr marL="137160" marR="137160" marT="137160" marB="1371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팀장의 욕심에 따라 높은 난이도의 과제를 선택했음에도 적극적으로 협조해 준 팀원 모두에게</a:t>
                      </a:r>
                      <a:endParaRPr lang="en-US" altLang="ko-KR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  <a:p>
                      <a:pPr algn="l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감사함을 느꼈습니다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코드 구현에만 집중하다 보니 블로그에 작업 기록을 남기는 것에 소홀했던 점이 아쉽습니다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또한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,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수업에서 배운 내용을 총체적으로 적용해 보는 좋은 시간이었습니다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</a:t>
                      </a:r>
                      <a:endParaRPr lang="ko-KR" altLang="en-US" b="0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37160" marR="137160" marT="137160" marB="137160">
                    <a:lnB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125960"/>
                  </a:ext>
                </a:extLst>
              </a:tr>
              <a:tr h="818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solidFill>
                            <a:srgbClr val="E4650E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박지은</a:t>
                      </a:r>
                    </a:p>
                  </a:txBody>
                  <a:tcPr marL="137160" marR="137160" marT="137160" marB="1371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첫 프로젝트를 하면서 이전에 배웠던 것들을 다시 복습할 수 있어서 좋았고 실제로 어떻게 활용하고 적용하는지를 배운 것 같아서 유용했습니다</a:t>
                      </a:r>
                      <a:r>
                        <a:rPr lang="en-US" altLang="ko-KR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. </a:t>
                      </a:r>
                      <a:r>
                        <a:rPr lang="ko-KR" alt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시간 여유가 없어서 구현하지 못한 몇 가지 기능들이 남아있어 조금 아쉽지만 </a:t>
                      </a:r>
                      <a:r>
                        <a:rPr lang="en-US" altLang="ko-KR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HashMap</a:t>
                      </a:r>
                      <a:r>
                        <a:rPr lang="ko-KR" alt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에 대해 더 공부할 수 있었고 새로운 것들도 많이 알게 되어 프로젝트의 중요성을 다시 한 번 </a:t>
                      </a:r>
                      <a:r>
                        <a:rPr lang="ko-KR" altLang="en-US" sz="18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깨달았습니다</a:t>
                      </a:r>
                      <a:r>
                        <a:rPr lang="en-US" altLang="ko-KR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Noto Sans CJK KR Bold" panose="020B0800000000000000"/>
                          <a:ea typeface="Noto Sans CJK KR Bold" panose="020B0800000000000000"/>
                        </a:rPr>
                        <a:t>.</a:t>
                      </a:r>
                    </a:p>
                  </a:txBody>
                  <a:tcPr marL="137160" marR="137160" marT="137160" marB="137160">
                    <a:lnT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177134"/>
                  </a:ext>
                </a:extLst>
              </a:tr>
              <a:tr h="818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solidFill>
                            <a:srgbClr val="E4650E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이수진</a:t>
                      </a:r>
                    </a:p>
                  </a:txBody>
                  <a:tcPr marL="137160" marR="137160" marT="137160" marB="1371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새로운 내용들을 스스로 익히며 난해한 상황들이 많았지만 해냈다는 성취감이 들었습니다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</a:t>
                      </a:r>
                      <a:endParaRPr lang="ko-KR" altLang="en-US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  <a:p>
                      <a:pPr algn="l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앞으로 이런 기회가 많았으면 좋겠습니다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</a:t>
                      </a:r>
                      <a:endParaRPr lang="ko-KR" altLang="en-US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37160" marR="137160" marT="137160" marB="137160">
                    <a:lnT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636183"/>
                  </a:ext>
                </a:extLst>
              </a:tr>
              <a:tr h="8187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>
                          <a:solidFill>
                            <a:srgbClr val="E4650E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황태윤</a:t>
                      </a:r>
                    </a:p>
                  </a:txBody>
                  <a:tcPr marL="137160" marR="137160" marT="137160" marB="13716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>
                          <a:solidFill>
                            <a:schemeClr val="tx1"/>
                          </a:solidFill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첫 </a:t>
                      </a:r>
                      <a:r>
                        <a:rPr lang="ko-KR" altLang="en-US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프로젝트를 진행 하면서 </a:t>
                      </a:r>
                      <a:r>
                        <a:rPr lang="en-US" altLang="ko-KR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3</a:t>
                      </a:r>
                      <a:r>
                        <a:rPr lang="ko-KR" altLang="en-US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주간 배운 자바 프로젝트의 기본기와 제가 자바 프로젝트를 다루는 실력이 어느정도 수준인지 알 수 있는 수준이었습니다</a:t>
                      </a:r>
                      <a:r>
                        <a:rPr lang="en-US" altLang="ko-KR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 </a:t>
                      </a:r>
                      <a:r>
                        <a:rPr lang="ko-KR" altLang="en-US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다음 프로젝트부터는 실력을 더 끌어올리고 팀원들과 조금 더 협업하며 좋은 결과를 끌어낼 수 있는 역량을 </a:t>
                      </a:r>
                      <a:r>
                        <a:rPr lang="ko-KR" altLang="en-US" err="1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갖춰야겠다고</a:t>
                      </a:r>
                      <a:r>
                        <a:rPr lang="ko-KR" altLang="en-US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 생각했습니다</a:t>
                      </a:r>
                      <a:r>
                        <a:rPr lang="en-US" altLang="ko-KR"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</a:rPr>
                        <a:t>.</a:t>
                      </a:r>
                      <a:endParaRPr lang="ko-KR" altLang="en-US"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</a:endParaRPr>
                    </a:p>
                  </a:txBody>
                  <a:tcPr marL="137160" marR="137160" marT="137160" marB="137160">
                    <a:lnT w="28575" cap="flat" cmpd="sng" algn="ctr">
                      <a:solidFill>
                        <a:srgbClr val="E465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137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2766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algun Gothic Semilight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2064</Words>
  <Application>Microsoft Macintosh PowerPoint</Application>
  <PresentationFormat>와이드스크린</PresentationFormat>
  <Paragraphs>437</Paragraphs>
  <Slides>66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4" baseType="lpstr">
      <vt:lpstr>G마켓 산스 TTF Bold</vt:lpstr>
      <vt:lpstr>G마켓 산스 TTF Medium</vt:lpstr>
      <vt:lpstr>Malgun Gothic Semilight</vt:lpstr>
      <vt:lpstr>Noto Sans CJK KR Bold</vt:lpstr>
      <vt:lpstr>Noto Sans CJK KR Medium</vt:lpstr>
      <vt:lpstr>SFProDisplay</vt:lpstr>
      <vt:lpstr>Arial</vt:lpstr>
      <vt:lpstr>SketchyVTI</vt:lpstr>
      <vt:lpstr>이상한채팅 StrangeChat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이상한채팅</dc:title>
  <dc:creator>수영 김</dc:creator>
  <cp:lastModifiedBy>수영 김</cp:lastModifiedBy>
  <cp:revision>1</cp:revision>
  <dcterms:created xsi:type="dcterms:W3CDTF">2023-11-17T08:11:58Z</dcterms:created>
  <dcterms:modified xsi:type="dcterms:W3CDTF">2023-11-23T01:26:57Z</dcterms:modified>
</cp:coreProperties>
</file>